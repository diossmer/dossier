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97" r:id="rId2"/>
    <p:sldId id="293" r:id="rId3"/>
    <p:sldId id="294" r:id="rId4"/>
    <p:sldId id="296" r:id="rId5"/>
  </p:sldIdLst>
  <p:sldSz cx="12192000" cy="6858000"/>
  <p:notesSz cx="7772400" cy="100584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55A"/>
    <a:srgbClr val="8CD050"/>
    <a:srgbClr val="8C8C8C"/>
    <a:srgbClr val="BBD6EE"/>
    <a:srgbClr val="EDF4FA"/>
    <a:srgbClr val="EBF3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15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s-VE"/>
          </a:p>
        </p:txBody>
      </p:sp>
      <p:sp>
        <p:nvSpPr>
          <p:cNvPr id="3" name="Marcador de fecha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B989BF65-AC24-472B-B2A7-DA10F6A95D1A}" type="datetimeFigureOut">
              <a:rPr lang="es-VE" smtClean="0"/>
              <a:t>16/5/2026</a:t>
            </a:fld>
            <a:endParaRPr lang="es-VE"/>
          </a:p>
        </p:txBody>
      </p:sp>
      <p:sp>
        <p:nvSpPr>
          <p:cNvPr id="4" name="Marcador de imagen de diapositiva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s-VE"/>
          </a:p>
        </p:txBody>
      </p:sp>
      <p:sp>
        <p:nvSpPr>
          <p:cNvPr id="5" name="Marcador de notas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6" name="Marcador de pie de página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s-VE"/>
          </a:p>
        </p:txBody>
      </p:sp>
      <p:sp>
        <p:nvSpPr>
          <p:cNvPr id="7" name="Marcador de número de diapositiva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9B9FE010-C969-440E-B2A0-19F86687A398}" type="slidenum">
              <a:rPr lang="es-VE" smtClean="0"/>
              <a:t>‹Nº›</a:t>
            </a:fld>
            <a:endParaRPr lang="es-VE"/>
          </a:p>
        </p:txBody>
      </p:sp>
    </p:spTree>
    <p:extLst>
      <p:ext uri="{BB962C8B-B14F-4D97-AF65-F5344CB8AC3E}">
        <p14:creationId xmlns:p14="http://schemas.microsoft.com/office/powerpoint/2010/main" val="373717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reserve="1">
  <p:cSld name="Diapositiva de título">
    <p:bg>
      <p:bgPr>
        <a:gradFill rotWithShape="0">
          <a:gsLst>
            <a:gs pos="0">
              <a:srgbClr val="F7FAFD"/>
            </a:gs>
            <a:gs pos="100000">
              <a:srgbClr val="B5D2EC"/>
            </a:gs>
            <a:gs pos="100000">
              <a:srgbClr val="CEE1F2"/>
            </a:gs>
          </a:gsLst>
          <a:lin ang="5400000"/>
        </a:gra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es-ES" sz="6000" b="0" u="none" strike="noStrike">
                <a:solidFill>
                  <a:schemeClr val="dk1"/>
                </a:solidFill>
                <a:effectLst/>
                <a:uFillTx/>
                <a:latin typeface="Calibri Light"/>
              </a:rPr>
              <a:t>Haga clic para modificar el estilo de título del patrón</a:t>
            </a:r>
            <a:endParaRPr lang="es-ES" sz="6000" b="0" u="none" strike="noStrike">
              <a:solidFill>
                <a:schemeClr val="dk1"/>
              </a:solidFill>
              <a:effectLst/>
              <a:uFillTx/>
              <a:latin typeface="Calibri"/>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ES" sz="1200" b="0" u="none" strike="noStrike">
                <a:solidFill>
                  <a:schemeClr val="dk1">
                    <a:tint val="75000"/>
                  </a:schemeClr>
                </a:solidFill>
                <a:effectLst/>
                <a:uFillTx/>
                <a:latin typeface="Calibri"/>
              </a:defRPr>
            </a:lvl1pPr>
          </a:lstStyle>
          <a:p>
            <a:pPr indent="0" defTabSz="914400">
              <a:lnSpc>
                <a:spcPct val="100000"/>
              </a:lnSpc>
              <a:buNone/>
            </a:pPr>
            <a:r>
              <a:rPr lang="es-ES" sz="1200" b="0" u="none" strike="noStrike">
                <a:solidFill>
                  <a:schemeClr val="dk1">
                    <a:tint val="75000"/>
                  </a:schemeClr>
                </a:solidFill>
                <a:effectLst/>
                <a:uFillTx/>
                <a:latin typeface="Calibri"/>
              </a:rPr>
              <a:t>&lt;fecha/hora&gt;</a:t>
            </a:r>
            <a:endParaRPr lang="es-VE" sz="1200" b="0" u="none" strike="noStrike">
              <a:solidFill>
                <a:srgbClr val="000000"/>
              </a:solidFill>
              <a:effectLst/>
              <a:uFillTx/>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VE" sz="1400" b="0" u="none" strike="noStrike">
                <a:solidFill>
                  <a:srgbClr val="000000"/>
                </a:solidFill>
                <a:effectLst/>
                <a:uFillTx/>
                <a:latin typeface="Times New Roman"/>
              </a:defRPr>
            </a:lvl1pPr>
          </a:lstStyle>
          <a:p>
            <a:pPr indent="0" algn="ctr">
              <a:buNone/>
            </a:pPr>
            <a:r>
              <a:rPr lang="es-VE" sz="1400" b="0" u="none" strike="noStrike">
                <a:solidFill>
                  <a:srgbClr val="000000"/>
                </a:solidFill>
                <a:effectLst/>
                <a:uFillTx/>
                <a:latin typeface="Times New Roman"/>
              </a:rPr>
              <a:t>&lt;pie de página&gt;</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ES" sz="1200" b="0" u="none" strike="noStrike">
                <a:solidFill>
                  <a:schemeClr val="dk1">
                    <a:tint val="75000"/>
                  </a:schemeClr>
                </a:solidFill>
                <a:effectLst/>
                <a:uFillTx/>
                <a:latin typeface="Calibri"/>
              </a:defRPr>
            </a:lvl1pPr>
          </a:lstStyle>
          <a:p>
            <a:pPr indent="0" algn="r" defTabSz="914400">
              <a:lnSpc>
                <a:spcPct val="100000"/>
              </a:lnSpc>
              <a:buNone/>
            </a:pPr>
            <a:fld id="{41060B53-24D6-406F-9DCA-E6DD0FCFB0D3}" type="slidenum">
              <a:rPr lang="es-ES" sz="1200" b="0" u="none" strike="noStrike">
                <a:solidFill>
                  <a:schemeClr val="dk1">
                    <a:tint val="75000"/>
                  </a:schemeClr>
                </a:solidFill>
                <a:effectLst/>
                <a:uFillTx/>
                <a:latin typeface="Calibri"/>
              </a:rPr>
              <a:t>‹Nº›</a:t>
            </a:fld>
            <a:endParaRPr lang="es-VE" sz="1200" b="0" u="none" strike="noStrike">
              <a:solidFill>
                <a:srgbClr val="000000"/>
              </a:solidFill>
              <a:effectLst/>
              <a:uFillTx/>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s-ES" sz="2800" b="0" u="none" strike="noStrike">
                <a:solidFill>
                  <a:schemeClr val="dk1"/>
                </a:solidFill>
                <a:effectLst/>
                <a:uFillTx/>
                <a:latin typeface="Calibri"/>
              </a:rPr>
              <a:t>Pulse para editar el formato de texto del esquema</a:t>
            </a:r>
          </a:p>
          <a:p>
            <a:pPr marL="864000" lvl="1" indent="-324000">
              <a:lnSpc>
                <a:spcPct val="90000"/>
              </a:lnSpc>
              <a:spcBef>
                <a:spcPts val="1134"/>
              </a:spcBef>
              <a:buClr>
                <a:srgbClr val="000000"/>
              </a:buClr>
              <a:buSzPct val="75000"/>
              <a:buFont typeface="Symbol" charset="2"/>
              <a:buChar char=""/>
            </a:pPr>
            <a:r>
              <a:rPr lang="es-ES" sz="2000" b="0" u="none" strike="noStrike">
                <a:solidFill>
                  <a:schemeClr val="dk1"/>
                </a:solidFill>
                <a:effectLst/>
                <a:uFillTx/>
                <a:latin typeface="Calibri"/>
              </a:rPr>
              <a:t>Segundo nivel del esquema</a:t>
            </a:r>
          </a:p>
          <a:p>
            <a:pPr marL="1296000" lvl="2" indent="-288000">
              <a:lnSpc>
                <a:spcPct val="90000"/>
              </a:lnSpc>
              <a:spcBef>
                <a:spcPts val="850"/>
              </a:spcBef>
              <a:buClr>
                <a:srgbClr val="000000"/>
              </a:buClr>
              <a:buSzPct val="45000"/>
              <a:buFont typeface="Wingdings" charset="2"/>
              <a:buChar char=""/>
            </a:pPr>
            <a:r>
              <a:rPr lang="es-ES" sz="1800" b="0" u="none" strike="noStrike">
                <a:solidFill>
                  <a:schemeClr val="dk1"/>
                </a:solidFill>
                <a:effectLst/>
                <a:uFillTx/>
                <a:latin typeface="Calibri"/>
              </a:rPr>
              <a:t>Tercer nivel del esquema</a:t>
            </a:r>
          </a:p>
          <a:p>
            <a:pPr marL="1728000" lvl="3" indent="-216000">
              <a:lnSpc>
                <a:spcPct val="90000"/>
              </a:lnSpc>
              <a:spcBef>
                <a:spcPts val="567"/>
              </a:spcBef>
              <a:buClr>
                <a:srgbClr val="000000"/>
              </a:buClr>
              <a:buSzPct val="75000"/>
              <a:buFont typeface="Symbol" charset="2"/>
              <a:buChar char=""/>
            </a:pPr>
            <a:r>
              <a:rPr lang="es-ES" sz="1800" b="0" u="none" strike="noStrike">
                <a:solidFill>
                  <a:schemeClr val="dk1"/>
                </a:solidFill>
                <a:effectLst/>
                <a:uFillTx/>
                <a:latin typeface="Calibri"/>
              </a:rPr>
              <a:t>Cuarto nivel del esquema</a:t>
            </a:r>
          </a:p>
          <a:p>
            <a:pPr marL="2160000" lvl="4" indent="-216000">
              <a:lnSpc>
                <a:spcPct val="90000"/>
              </a:lnSpc>
              <a:spcBef>
                <a:spcPts val="283"/>
              </a:spcBef>
              <a:buClr>
                <a:srgbClr val="000000"/>
              </a:buClr>
              <a:buSzPct val="45000"/>
              <a:buFont typeface="Wingdings" charset="2"/>
              <a:buChar char=""/>
            </a:pPr>
            <a:r>
              <a:rPr lang="es-ES" sz="2000" b="0" u="none" strike="noStrike">
                <a:solidFill>
                  <a:schemeClr val="dk1"/>
                </a:solidFill>
                <a:effectLst/>
                <a:uFillTx/>
                <a:latin typeface="Calibri"/>
              </a:rPr>
              <a:t>Quinto nivel del esquema</a:t>
            </a:r>
          </a:p>
          <a:p>
            <a:pPr marL="2592000" lvl="5" indent="-216000">
              <a:lnSpc>
                <a:spcPct val="90000"/>
              </a:lnSpc>
              <a:spcBef>
                <a:spcPts val="283"/>
              </a:spcBef>
              <a:buClr>
                <a:srgbClr val="000000"/>
              </a:buClr>
              <a:buSzPct val="45000"/>
              <a:buFont typeface="Wingdings" charset="2"/>
              <a:buChar char=""/>
            </a:pPr>
            <a:r>
              <a:rPr lang="es-ES" sz="2000" b="0" u="none" strike="noStrike">
                <a:solidFill>
                  <a:schemeClr val="dk1"/>
                </a:solidFill>
                <a:effectLst/>
                <a:uFillTx/>
                <a:latin typeface="Calibri"/>
              </a:rPr>
              <a:t>Sexto nivel del esquema</a:t>
            </a:r>
          </a:p>
          <a:p>
            <a:pPr marL="3024000" lvl="6" indent="-216000">
              <a:lnSpc>
                <a:spcPct val="90000"/>
              </a:lnSpc>
              <a:spcBef>
                <a:spcPts val="283"/>
              </a:spcBef>
              <a:buClr>
                <a:srgbClr val="000000"/>
              </a:buClr>
              <a:buSzPct val="45000"/>
              <a:buFont typeface="Wingdings" charset="2"/>
              <a:buChar char=""/>
            </a:pPr>
            <a:r>
              <a:rPr lang="es-ES" sz="2000" b="0" u="none" strike="noStrike">
                <a:solidFill>
                  <a:schemeClr val="dk1"/>
                </a:solidFill>
                <a:effectLst/>
                <a:uFillTx/>
                <a:latin typeface="Calibri"/>
              </a:rPr>
              <a:t>Séptimo nivel del esquema</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gradFill rotWithShape="0">
          <a:gsLst>
            <a:gs pos="0">
              <a:srgbClr val="F7FAFD"/>
            </a:gs>
            <a:gs pos="100000">
              <a:srgbClr val="B5D2EC"/>
            </a:gs>
            <a:gs pos="100000">
              <a:srgbClr val="CEE1F2"/>
            </a:gs>
          </a:gsLst>
          <a:lin ang="5400000"/>
        </a:gra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es-ES" sz="6000" b="0" u="none" strike="noStrike">
                <a:solidFill>
                  <a:schemeClr val="dk1"/>
                </a:solidFill>
                <a:effectLst/>
                <a:uFillTx/>
                <a:latin typeface="Calibri Light"/>
              </a:rPr>
              <a:t>Haga clic para modificar el estilo de título del patrón</a:t>
            </a:r>
            <a:endParaRPr lang="es-ES" sz="6000" b="0" u="none" strike="noStrike">
              <a:solidFill>
                <a:schemeClr val="dk1"/>
              </a:solidFill>
              <a:effectLst/>
              <a:uFillTx/>
              <a:latin typeface="Calibri"/>
            </a:endParaRPr>
          </a:p>
        </p:txBody>
      </p:sp>
      <p:sp>
        <p:nvSpPr>
          <p:cNvPr id="6" name="PlaceHolder 2"/>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ES" sz="1200" b="0" u="none" strike="noStrike">
                <a:solidFill>
                  <a:schemeClr val="dk1">
                    <a:tint val="75000"/>
                  </a:schemeClr>
                </a:solidFill>
                <a:effectLst/>
                <a:uFillTx/>
                <a:latin typeface="Calibri"/>
              </a:defRPr>
            </a:lvl1pPr>
          </a:lstStyle>
          <a:p>
            <a:pPr indent="0" defTabSz="914400">
              <a:lnSpc>
                <a:spcPct val="100000"/>
              </a:lnSpc>
              <a:buNone/>
            </a:pPr>
            <a:r>
              <a:rPr lang="es-ES" sz="1200" b="0" u="none" strike="noStrike">
                <a:solidFill>
                  <a:schemeClr val="dk1">
                    <a:tint val="75000"/>
                  </a:schemeClr>
                </a:solidFill>
                <a:effectLst/>
                <a:uFillTx/>
                <a:latin typeface="Calibri"/>
              </a:rPr>
              <a:t>&lt;fecha/hora&gt;</a:t>
            </a:r>
            <a:endParaRPr lang="es-VE" sz="1200" b="0" u="none" strike="noStrike">
              <a:solidFill>
                <a:srgbClr val="000000"/>
              </a:solidFill>
              <a:effectLst/>
              <a:uFillTx/>
              <a:latin typeface="Times New Roman"/>
            </a:endParaRPr>
          </a:p>
        </p:txBody>
      </p:sp>
      <p:sp>
        <p:nvSpPr>
          <p:cNvPr id="7" name="PlaceHolder 3"/>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VE" sz="1400" b="0" u="none" strike="noStrike">
                <a:solidFill>
                  <a:srgbClr val="000000"/>
                </a:solidFill>
                <a:effectLst/>
                <a:uFillTx/>
                <a:latin typeface="Times New Roman"/>
              </a:defRPr>
            </a:lvl1pPr>
          </a:lstStyle>
          <a:p>
            <a:pPr indent="0" algn="ctr">
              <a:buNone/>
            </a:pPr>
            <a:r>
              <a:rPr lang="es-VE" sz="1400" b="0" u="none" strike="noStrike">
                <a:solidFill>
                  <a:srgbClr val="000000"/>
                </a:solidFill>
                <a:effectLst/>
                <a:uFillTx/>
                <a:latin typeface="Times New Roman"/>
              </a:rPr>
              <a:t>&lt;pie de página&gt;</a:t>
            </a:r>
          </a:p>
        </p:txBody>
      </p:sp>
      <p:sp>
        <p:nvSpPr>
          <p:cNvPr id="8" name="PlaceHolder 4"/>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ES" sz="1200" b="0" u="none" strike="noStrike">
                <a:solidFill>
                  <a:schemeClr val="dk1">
                    <a:tint val="75000"/>
                  </a:schemeClr>
                </a:solidFill>
                <a:effectLst/>
                <a:uFillTx/>
                <a:latin typeface="Calibri"/>
              </a:defRPr>
            </a:lvl1pPr>
          </a:lstStyle>
          <a:p>
            <a:pPr indent="0" algn="r" defTabSz="914400">
              <a:lnSpc>
                <a:spcPct val="100000"/>
              </a:lnSpc>
              <a:buNone/>
            </a:pPr>
            <a:fld id="{CB755C6C-BC1F-4EE6-8C4C-12E5CCC2EDE0}" type="slidenum">
              <a:rPr lang="es-ES" sz="1200" b="0" u="none" strike="noStrike">
                <a:solidFill>
                  <a:schemeClr val="dk1">
                    <a:tint val="75000"/>
                  </a:schemeClr>
                </a:solidFill>
                <a:effectLst/>
                <a:uFillTx/>
                <a:latin typeface="Calibri"/>
              </a:rPr>
              <a:t>‹Nº›</a:t>
            </a:fld>
            <a:endParaRPr lang="es-VE" sz="1200" b="0" u="none" strike="noStrike">
              <a:solidFill>
                <a:srgbClr val="000000"/>
              </a:solidFill>
              <a:effectLst/>
              <a:uFillTx/>
              <a:latin typeface="Times New Roman"/>
            </a:endParaRPr>
          </a:p>
        </p:txBody>
      </p:sp>
      <p:sp>
        <p:nvSpPr>
          <p:cNvPr id="9"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s-ES" sz="2800" b="0" u="none" strike="noStrike">
                <a:solidFill>
                  <a:schemeClr val="dk1"/>
                </a:solidFill>
                <a:effectLst/>
                <a:uFillTx/>
                <a:latin typeface="Calibri"/>
              </a:rPr>
              <a:t>Pulse para editar el formato de texto del esquema</a:t>
            </a:r>
          </a:p>
          <a:p>
            <a:pPr marL="864000" lvl="1" indent="-324000">
              <a:lnSpc>
                <a:spcPct val="90000"/>
              </a:lnSpc>
              <a:spcBef>
                <a:spcPts val="1134"/>
              </a:spcBef>
              <a:buClr>
                <a:srgbClr val="000000"/>
              </a:buClr>
              <a:buSzPct val="75000"/>
              <a:buFont typeface="Symbol" charset="2"/>
              <a:buChar char=""/>
            </a:pPr>
            <a:r>
              <a:rPr lang="es-ES" sz="2000" b="0" u="none" strike="noStrike">
                <a:solidFill>
                  <a:schemeClr val="dk1"/>
                </a:solidFill>
                <a:effectLst/>
                <a:uFillTx/>
                <a:latin typeface="Calibri"/>
              </a:rPr>
              <a:t>Segundo nivel del esquema</a:t>
            </a:r>
          </a:p>
          <a:p>
            <a:pPr marL="1296000" lvl="2" indent="-288000">
              <a:lnSpc>
                <a:spcPct val="90000"/>
              </a:lnSpc>
              <a:spcBef>
                <a:spcPts val="850"/>
              </a:spcBef>
              <a:buClr>
                <a:srgbClr val="000000"/>
              </a:buClr>
              <a:buSzPct val="45000"/>
              <a:buFont typeface="Wingdings" charset="2"/>
              <a:buChar char=""/>
            </a:pPr>
            <a:r>
              <a:rPr lang="es-ES" sz="1800" b="0" u="none" strike="noStrike">
                <a:solidFill>
                  <a:schemeClr val="dk1"/>
                </a:solidFill>
                <a:effectLst/>
                <a:uFillTx/>
                <a:latin typeface="Calibri"/>
              </a:rPr>
              <a:t>Tercer nivel del esquema</a:t>
            </a:r>
          </a:p>
          <a:p>
            <a:pPr marL="1728000" lvl="3" indent="-216000">
              <a:lnSpc>
                <a:spcPct val="90000"/>
              </a:lnSpc>
              <a:spcBef>
                <a:spcPts val="567"/>
              </a:spcBef>
              <a:buClr>
                <a:srgbClr val="000000"/>
              </a:buClr>
              <a:buSzPct val="75000"/>
              <a:buFont typeface="Symbol" charset="2"/>
              <a:buChar char=""/>
            </a:pPr>
            <a:r>
              <a:rPr lang="es-ES" sz="1800" b="0" u="none" strike="noStrike">
                <a:solidFill>
                  <a:schemeClr val="dk1"/>
                </a:solidFill>
                <a:effectLst/>
                <a:uFillTx/>
                <a:latin typeface="Calibri"/>
              </a:rPr>
              <a:t>Cuarto nivel del esquema</a:t>
            </a:r>
          </a:p>
          <a:p>
            <a:pPr marL="2160000" lvl="4" indent="-216000">
              <a:lnSpc>
                <a:spcPct val="90000"/>
              </a:lnSpc>
              <a:spcBef>
                <a:spcPts val="283"/>
              </a:spcBef>
              <a:buClr>
                <a:srgbClr val="000000"/>
              </a:buClr>
              <a:buSzPct val="45000"/>
              <a:buFont typeface="Wingdings" charset="2"/>
              <a:buChar char=""/>
            </a:pPr>
            <a:r>
              <a:rPr lang="es-ES" sz="2000" b="0" u="none" strike="noStrike">
                <a:solidFill>
                  <a:schemeClr val="dk1"/>
                </a:solidFill>
                <a:effectLst/>
                <a:uFillTx/>
                <a:latin typeface="Calibri"/>
              </a:rPr>
              <a:t>Quinto nivel del esquema</a:t>
            </a:r>
          </a:p>
          <a:p>
            <a:pPr marL="2592000" lvl="5" indent="-216000">
              <a:lnSpc>
                <a:spcPct val="90000"/>
              </a:lnSpc>
              <a:spcBef>
                <a:spcPts val="283"/>
              </a:spcBef>
              <a:buClr>
                <a:srgbClr val="000000"/>
              </a:buClr>
              <a:buSzPct val="45000"/>
              <a:buFont typeface="Wingdings" charset="2"/>
              <a:buChar char=""/>
            </a:pPr>
            <a:r>
              <a:rPr lang="es-ES" sz="2000" b="0" u="none" strike="noStrike">
                <a:solidFill>
                  <a:schemeClr val="dk1"/>
                </a:solidFill>
                <a:effectLst/>
                <a:uFillTx/>
                <a:latin typeface="Calibri"/>
              </a:rPr>
              <a:t>Sexto nivel del esquema</a:t>
            </a:r>
          </a:p>
          <a:p>
            <a:pPr marL="3024000" lvl="6" indent="-216000">
              <a:lnSpc>
                <a:spcPct val="90000"/>
              </a:lnSpc>
              <a:spcBef>
                <a:spcPts val="283"/>
              </a:spcBef>
              <a:buClr>
                <a:srgbClr val="000000"/>
              </a:buClr>
              <a:buSzPct val="45000"/>
              <a:buFont typeface="Wingdings" charset="2"/>
              <a:buChar char=""/>
            </a:pPr>
            <a:r>
              <a:rPr lang="es-ES" sz="2000" b="0" u="none" strike="noStrike">
                <a:solidFill>
                  <a:schemeClr val="dk1"/>
                </a:solidFill>
                <a:effectLst/>
                <a:uFillTx/>
                <a:latin typeface="Calibri"/>
              </a:rPr>
              <a:t>Séptimo nivel del esquema</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x" preserve="1">
  <p:cSld name="Título y texto vertical">
    <p:bg>
      <p:bgPr>
        <a:gradFill rotWithShape="0">
          <a:gsLst>
            <a:gs pos="0">
              <a:srgbClr val="F7FAFD"/>
            </a:gs>
            <a:gs pos="100000">
              <a:srgbClr val="B5D2EC"/>
            </a:gs>
            <a:gs pos="100000">
              <a:srgbClr val="CEE1F2"/>
            </a:gs>
          </a:gsLst>
          <a:lin ang="5400000"/>
        </a:gra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ES" sz="4400" b="0" u="none" strike="noStrike">
              <a:solidFill>
                <a:schemeClr val="dk1"/>
              </a:solidFill>
              <a:effectLst/>
              <a:uFillTx/>
              <a:latin typeface="Calibri"/>
            </a:endParaRPr>
          </a:p>
        </p:txBody>
      </p:sp>
      <p:sp>
        <p:nvSpPr>
          <p:cNvPr id="11"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el estilo de texto del patrón</a:t>
            </a:r>
          </a:p>
          <a:p>
            <a:pPr marL="685800" lvl="1"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p>
          <a:p>
            <a:pPr marL="1143000" lvl="2"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p>
          <a:p>
            <a:pPr marL="1600200" lvl="3"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p>
          <a:p>
            <a:pPr marL="2057400" lvl="4"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p>
        </p:txBody>
      </p:sp>
      <p:sp>
        <p:nvSpPr>
          <p:cNvPr id="12"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ES" sz="1200" b="0" u="none" strike="noStrike">
                <a:solidFill>
                  <a:schemeClr val="dk1">
                    <a:tint val="75000"/>
                  </a:schemeClr>
                </a:solidFill>
                <a:effectLst/>
                <a:uFillTx/>
                <a:latin typeface="Calibri"/>
              </a:defRPr>
            </a:lvl1pPr>
          </a:lstStyle>
          <a:p>
            <a:pPr indent="0" defTabSz="914400">
              <a:lnSpc>
                <a:spcPct val="100000"/>
              </a:lnSpc>
              <a:buNone/>
            </a:pPr>
            <a:r>
              <a:rPr lang="es-ES" sz="1200" b="0" u="none" strike="noStrike">
                <a:solidFill>
                  <a:schemeClr val="dk1">
                    <a:tint val="75000"/>
                  </a:schemeClr>
                </a:solidFill>
                <a:effectLst/>
                <a:uFillTx/>
                <a:latin typeface="Calibri"/>
              </a:rPr>
              <a:t>&lt;fecha/hora&gt;</a:t>
            </a:r>
            <a:endParaRPr lang="es-VE" sz="1200" b="0" u="none" strike="noStrike">
              <a:solidFill>
                <a:srgbClr val="000000"/>
              </a:solidFill>
              <a:effectLst/>
              <a:uFillTx/>
              <a:latin typeface="Times New Roman"/>
            </a:endParaRPr>
          </a:p>
        </p:txBody>
      </p:sp>
      <p:sp>
        <p:nvSpPr>
          <p:cNvPr id="13"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VE" sz="1400" b="0" u="none" strike="noStrike">
                <a:solidFill>
                  <a:srgbClr val="000000"/>
                </a:solidFill>
                <a:effectLst/>
                <a:uFillTx/>
                <a:latin typeface="Times New Roman"/>
              </a:defRPr>
            </a:lvl1pPr>
          </a:lstStyle>
          <a:p>
            <a:pPr indent="0" algn="ctr">
              <a:buNone/>
            </a:pPr>
            <a:r>
              <a:rPr lang="es-VE" sz="1400" b="0" u="none" strike="noStrike">
                <a:solidFill>
                  <a:srgbClr val="000000"/>
                </a:solidFill>
                <a:effectLst/>
                <a:uFillTx/>
                <a:latin typeface="Times New Roman"/>
              </a:rPr>
              <a:t>&lt;pie de página&gt;</a:t>
            </a:r>
          </a:p>
        </p:txBody>
      </p:sp>
      <p:sp>
        <p:nvSpPr>
          <p:cNvPr id="14"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ES" sz="1200" b="0" u="none" strike="noStrike">
                <a:solidFill>
                  <a:schemeClr val="dk1">
                    <a:tint val="75000"/>
                  </a:schemeClr>
                </a:solidFill>
                <a:effectLst/>
                <a:uFillTx/>
                <a:latin typeface="Calibri"/>
              </a:defRPr>
            </a:lvl1pPr>
          </a:lstStyle>
          <a:p>
            <a:pPr indent="0" algn="r" defTabSz="914400">
              <a:lnSpc>
                <a:spcPct val="100000"/>
              </a:lnSpc>
              <a:buNone/>
            </a:pPr>
            <a:fld id="{DB816DDF-AF37-4756-9CCC-6079DC218041}" type="slidenum">
              <a:rPr lang="es-ES" sz="1200" b="0" u="none" strike="noStrike">
                <a:solidFill>
                  <a:schemeClr val="dk1">
                    <a:tint val="75000"/>
                  </a:schemeClr>
                </a:solidFill>
                <a:effectLst/>
                <a:uFillTx/>
                <a:latin typeface="Calibri"/>
              </a:rPr>
              <a:t>‹Nº›</a:t>
            </a:fld>
            <a:endParaRPr lang="es-VE"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bg>
      <p:bgPr>
        <a:gradFill rotWithShape="0">
          <a:gsLst>
            <a:gs pos="0">
              <a:srgbClr val="F7FAFD"/>
            </a:gs>
            <a:gs pos="100000">
              <a:srgbClr val="B5D2EC"/>
            </a:gs>
            <a:gs pos="100000">
              <a:srgbClr val="CEE1F2"/>
            </a:gs>
          </a:gsLst>
          <a:lin ang="5400000"/>
        </a:gra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ES" sz="4400" b="0" u="none" strike="noStrike">
              <a:solidFill>
                <a:schemeClr val="dk1"/>
              </a:solidFill>
              <a:effectLst/>
              <a:uFillTx/>
              <a:latin typeface="Calibri"/>
            </a:endParaRPr>
          </a:p>
        </p:txBody>
      </p:sp>
      <p:sp>
        <p:nvSpPr>
          <p:cNvPr id="16"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el estilo de texto del patrón</a:t>
            </a:r>
          </a:p>
          <a:p>
            <a:pPr marL="685800" lvl="1"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p>
          <a:p>
            <a:pPr marL="1143000" lvl="2"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p>
          <a:p>
            <a:pPr marL="1600200" lvl="3"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p>
          <a:p>
            <a:pPr marL="2057400" lvl="4"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p>
        </p:txBody>
      </p:sp>
      <p:sp>
        <p:nvSpPr>
          <p:cNvPr id="17"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ES" sz="1200" b="0" u="none" strike="noStrike">
                <a:solidFill>
                  <a:schemeClr val="dk1">
                    <a:tint val="75000"/>
                  </a:schemeClr>
                </a:solidFill>
                <a:effectLst/>
                <a:uFillTx/>
                <a:latin typeface="Calibri"/>
              </a:defRPr>
            </a:lvl1pPr>
          </a:lstStyle>
          <a:p>
            <a:pPr indent="0" defTabSz="914400">
              <a:lnSpc>
                <a:spcPct val="100000"/>
              </a:lnSpc>
              <a:buNone/>
            </a:pPr>
            <a:r>
              <a:rPr lang="es-ES" sz="1200" b="0" u="none" strike="noStrike">
                <a:solidFill>
                  <a:schemeClr val="dk1">
                    <a:tint val="75000"/>
                  </a:schemeClr>
                </a:solidFill>
                <a:effectLst/>
                <a:uFillTx/>
                <a:latin typeface="Calibri"/>
              </a:rPr>
              <a:t>&lt;fecha/hora&gt;</a:t>
            </a:r>
            <a:endParaRPr lang="es-VE" sz="1200" b="0" u="none" strike="noStrike">
              <a:solidFill>
                <a:srgbClr val="000000"/>
              </a:solidFill>
              <a:effectLst/>
              <a:uFillTx/>
              <a:latin typeface="Times New Roman"/>
            </a:endParaRPr>
          </a:p>
        </p:txBody>
      </p:sp>
      <p:sp>
        <p:nvSpPr>
          <p:cNvPr id="18"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VE" sz="1400" b="0" u="none" strike="noStrike">
                <a:solidFill>
                  <a:srgbClr val="000000"/>
                </a:solidFill>
                <a:effectLst/>
                <a:uFillTx/>
                <a:latin typeface="Times New Roman"/>
              </a:defRPr>
            </a:lvl1pPr>
          </a:lstStyle>
          <a:p>
            <a:pPr indent="0" algn="ctr">
              <a:buNone/>
            </a:pPr>
            <a:r>
              <a:rPr lang="es-VE" sz="1400" b="0" u="none" strike="noStrike">
                <a:solidFill>
                  <a:srgbClr val="000000"/>
                </a:solidFill>
                <a:effectLst/>
                <a:uFillTx/>
                <a:latin typeface="Times New Roman"/>
              </a:rPr>
              <a:t>&lt;pie de página&gt;</a:t>
            </a:r>
          </a:p>
        </p:txBody>
      </p:sp>
      <p:sp>
        <p:nvSpPr>
          <p:cNvPr id="19"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ES" sz="1200" b="0" u="none" strike="noStrike">
                <a:solidFill>
                  <a:schemeClr val="dk1">
                    <a:tint val="75000"/>
                  </a:schemeClr>
                </a:solidFill>
                <a:effectLst/>
                <a:uFillTx/>
                <a:latin typeface="Calibri"/>
              </a:defRPr>
            </a:lvl1pPr>
          </a:lstStyle>
          <a:p>
            <a:pPr indent="0" algn="r" defTabSz="914400">
              <a:lnSpc>
                <a:spcPct val="100000"/>
              </a:lnSpc>
              <a:buNone/>
            </a:pPr>
            <a:fld id="{D9D54EC2-EBBC-4EA3-BA50-BEA75DA30C74}" type="slidenum">
              <a:rPr lang="es-ES" sz="1200" b="0" u="none" strike="noStrike">
                <a:solidFill>
                  <a:schemeClr val="dk1">
                    <a:tint val="75000"/>
                  </a:schemeClr>
                </a:solidFill>
                <a:effectLst/>
                <a:uFillTx/>
                <a:latin typeface="Calibri"/>
              </a:rPr>
              <a:t>‹Nº›</a:t>
            </a:fld>
            <a:endParaRPr lang="es-VE"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ítulo y objetos">
    <p:bg>
      <p:bgPr>
        <a:gradFill rotWithShape="0">
          <a:gsLst>
            <a:gs pos="0">
              <a:srgbClr val="F7FAFD"/>
            </a:gs>
            <a:gs pos="100000">
              <a:srgbClr val="B5D2EC"/>
            </a:gs>
            <a:gs pos="100000">
              <a:srgbClr val="CEE1F2"/>
            </a:gs>
          </a:gsLst>
          <a:lin ang="5400000"/>
        </a:gradFill>
        <a:effectLst/>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ES" sz="4400" b="0" u="none" strike="noStrike">
              <a:solidFill>
                <a:schemeClr val="dk1"/>
              </a:solidFill>
              <a:effectLst/>
              <a:uFillTx/>
              <a:latin typeface="Calibri"/>
            </a:endParaRPr>
          </a:p>
        </p:txBody>
      </p:sp>
      <p:sp>
        <p:nvSpPr>
          <p:cNvPr id="21"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el estilo de texto del patrón</a:t>
            </a:r>
          </a:p>
          <a:p>
            <a:pPr marL="685800" lvl="1"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p>
          <a:p>
            <a:pPr marL="1143000" lvl="2"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p>
          <a:p>
            <a:pPr marL="1600200" lvl="3"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p>
          <a:p>
            <a:pPr marL="2057400" lvl="4"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p>
        </p:txBody>
      </p:sp>
      <p:sp>
        <p:nvSpPr>
          <p:cNvPr id="22"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ES" sz="1200" b="0" u="none" strike="noStrike">
                <a:solidFill>
                  <a:schemeClr val="dk1">
                    <a:tint val="75000"/>
                  </a:schemeClr>
                </a:solidFill>
                <a:effectLst/>
                <a:uFillTx/>
                <a:latin typeface="Calibri"/>
              </a:defRPr>
            </a:lvl1pPr>
          </a:lstStyle>
          <a:p>
            <a:pPr indent="0" defTabSz="914400">
              <a:lnSpc>
                <a:spcPct val="100000"/>
              </a:lnSpc>
              <a:buNone/>
            </a:pPr>
            <a:r>
              <a:rPr lang="es-ES" sz="1200" b="0" u="none" strike="noStrike">
                <a:solidFill>
                  <a:schemeClr val="dk1">
                    <a:tint val="75000"/>
                  </a:schemeClr>
                </a:solidFill>
                <a:effectLst/>
                <a:uFillTx/>
                <a:latin typeface="Calibri"/>
              </a:rPr>
              <a:t>&lt;fecha/hora&gt;</a:t>
            </a:r>
            <a:endParaRPr lang="es-VE" sz="1200" b="0" u="none" strike="noStrike">
              <a:solidFill>
                <a:srgbClr val="000000"/>
              </a:solidFill>
              <a:effectLst/>
              <a:uFillTx/>
              <a:latin typeface="Times New Roman"/>
            </a:endParaRPr>
          </a:p>
        </p:txBody>
      </p:sp>
      <p:sp>
        <p:nvSpPr>
          <p:cNvPr id="23"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VE" sz="1400" b="0" u="none" strike="noStrike">
                <a:solidFill>
                  <a:srgbClr val="000000"/>
                </a:solidFill>
                <a:effectLst/>
                <a:uFillTx/>
                <a:latin typeface="Times New Roman"/>
              </a:defRPr>
            </a:lvl1pPr>
          </a:lstStyle>
          <a:p>
            <a:pPr indent="0" algn="ctr">
              <a:buNone/>
            </a:pPr>
            <a:r>
              <a:rPr lang="es-VE" sz="1400" b="0" u="none" strike="noStrike">
                <a:solidFill>
                  <a:srgbClr val="000000"/>
                </a:solidFill>
                <a:effectLst/>
                <a:uFillTx/>
                <a:latin typeface="Times New Roman"/>
              </a:rPr>
              <a:t>&lt;pie de página&gt;</a:t>
            </a:r>
          </a:p>
        </p:txBody>
      </p:sp>
      <p:sp>
        <p:nvSpPr>
          <p:cNvPr id="24"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ES" sz="1200" b="0" u="none" strike="noStrike">
                <a:solidFill>
                  <a:schemeClr val="dk1">
                    <a:tint val="75000"/>
                  </a:schemeClr>
                </a:solidFill>
                <a:effectLst/>
                <a:uFillTx/>
                <a:latin typeface="Calibri"/>
              </a:defRPr>
            </a:lvl1pPr>
          </a:lstStyle>
          <a:p>
            <a:pPr indent="0" algn="r" defTabSz="914400">
              <a:lnSpc>
                <a:spcPct val="100000"/>
              </a:lnSpc>
              <a:buNone/>
            </a:pPr>
            <a:fld id="{E75CC7F5-59C7-4679-99B9-CD28733C1DF2}" type="slidenum">
              <a:rPr lang="es-ES" sz="1200" b="0" u="none" strike="noStrike">
                <a:solidFill>
                  <a:schemeClr val="dk1">
                    <a:tint val="75000"/>
                  </a:schemeClr>
                </a:solidFill>
                <a:effectLst/>
                <a:uFillTx/>
                <a:latin typeface="Calibri"/>
              </a:rPr>
              <a:t>‹Nº›</a:t>
            </a:fld>
            <a:endParaRPr lang="es-VE"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Encabezado de sección">
    <p:bg>
      <p:bgPr>
        <a:gradFill rotWithShape="0">
          <a:gsLst>
            <a:gs pos="0">
              <a:srgbClr val="F7FAFD"/>
            </a:gs>
            <a:gs pos="100000">
              <a:srgbClr val="B5D2EC"/>
            </a:gs>
            <a:gs pos="100000">
              <a:srgbClr val="CEE1F2"/>
            </a:gs>
          </a:gsLst>
          <a:lin ang="5400000"/>
        </a:gra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es-ES" sz="6000" b="0" u="none" strike="noStrike">
                <a:solidFill>
                  <a:schemeClr val="dk1"/>
                </a:solidFill>
                <a:effectLst/>
                <a:uFillTx/>
                <a:latin typeface="Calibri Light"/>
              </a:rPr>
              <a:t>Haga clic para modificar el estilo de título del patrón</a:t>
            </a:r>
            <a:endParaRPr lang="es-ES" sz="6000" b="0" u="none" strike="noStrike">
              <a:solidFill>
                <a:schemeClr val="dk1"/>
              </a:solidFill>
              <a:effectLst/>
              <a:uFillTx/>
              <a:latin typeface="Calibri"/>
            </a:endParaRPr>
          </a:p>
        </p:txBody>
      </p:sp>
      <p:sp>
        <p:nvSpPr>
          <p:cNvPr id="26"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ES" sz="2400" b="0" u="none" strike="noStrike">
                <a:solidFill>
                  <a:schemeClr val="dk1">
                    <a:tint val="75000"/>
                  </a:schemeClr>
                </a:solidFill>
                <a:effectLst/>
                <a:uFillTx/>
                <a:latin typeface="Calibri"/>
              </a:rPr>
              <a:t>Haga clic para modificar el estilo de texto del patrón</a:t>
            </a:r>
            <a:endParaRPr lang="es-ES" sz="2400" b="0" u="none" strike="noStrike">
              <a:solidFill>
                <a:schemeClr val="dk1"/>
              </a:solidFill>
              <a:effectLst/>
              <a:uFillTx/>
              <a:latin typeface="Calibri"/>
            </a:endParaRPr>
          </a:p>
        </p:txBody>
      </p:sp>
      <p:sp>
        <p:nvSpPr>
          <p:cNvPr id="27" name="PlaceHolder 3"/>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ES" sz="1200" b="0" u="none" strike="noStrike">
                <a:solidFill>
                  <a:schemeClr val="dk1">
                    <a:tint val="75000"/>
                  </a:schemeClr>
                </a:solidFill>
                <a:effectLst/>
                <a:uFillTx/>
                <a:latin typeface="Calibri"/>
              </a:defRPr>
            </a:lvl1pPr>
          </a:lstStyle>
          <a:p>
            <a:pPr indent="0" defTabSz="914400">
              <a:lnSpc>
                <a:spcPct val="100000"/>
              </a:lnSpc>
              <a:buNone/>
            </a:pPr>
            <a:r>
              <a:rPr lang="es-ES" sz="1200" b="0" u="none" strike="noStrike">
                <a:solidFill>
                  <a:schemeClr val="dk1">
                    <a:tint val="75000"/>
                  </a:schemeClr>
                </a:solidFill>
                <a:effectLst/>
                <a:uFillTx/>
                <a:latin typeface="Calibri"/>
              </a:rPr>
              <a:t>&lt;fecha/hora&gt;</a:t>
            </a:r>
            <a:endParaRPr lang="es-VE" sz="1200" b="0" u="none" strike="noStrike">
              <a:solidFill>
                <a:srgbClr val="000000"/>
              </a:solidFill>
              <a:effectLst/>
              <a:uFillTx/>
              <a:latin typeface="Times New Roman"/>
            </a:endParaRPr>
          </a:p>
        </p:txBody>
      </p:sp>
      <p:sp>
        <p:nvSpPr>
          <p:cNvPr id="28" name="PlaceHolder 4"/>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VE" sz="1400" b="0" u="none" strike="noStrike">
                <a:solidFill>
                  <a:srgbClr val="000000"/>
                </a:solidFill>
                <a:effectLst/>
                <a:uFillTx/>
                <a:latin typeface="Times New Roman"/>
              </a:defRPr>
            </a:lvl1pPr>
          </a:lstStyle>
          <a:p>
            <a:pPr indent="0" algn="ctr">
              <a:buNone/>
            </a:pPr>
            <a:r>
              <a:rPr lang="es-VE" sz="1400" b="0" u="none" strike="noStrike">
                <a:solidFill>
                  <a:srgbClr val="000000"/>
                </a:solidFill>
                <a:effectLst/>
                <a:uFillTx/>
                <a:latin typeface="Times New Roman"/>
              </a:rPr>
              <a:t>&lt;pie de página&gt;</a:t>
            </a:r>
          </a:p>
        </p:txBody>
      </p:sp>
      <p:sp>
        <p:nvSpPr>
          <p:cNvPr id="29" name="PlaceHolder 5"/>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ES" sz="1200" b="0" u="none" strike="noStrike">
                <a:solidFill>
                  <a:schemeClr val="dk1">
                    <a:tint val="75000"/>
                  </a:schemeClr>
                </a:solidFill>
                <a:effectLst/>
                <a:uFillTx/>
                <a:latin typeface="Calibri"/>
              </a:defRPr>
            </a:lvl1pPr>
          </a:lstStyle>
          <a:p>
            <a:pPr indent="0" algn="r" defTabSz="914400">
              <a:lnSpc>
                <a:spcPct val="100000"/>
              </a:lnSpc>
              <a:buNone/>
            </a:pPr>
            <a:fld id="{71CC29EB-2300-45D7-BFE0-38B86EB704BC}" type="slidenum">
              <a:rPr lang="es-ES" sz="1200" b="0" u="none" strike="noStrike">
                <a:solidFill>
                  <a:schemeClr val="dk1">
                    <a:tint val="75000"/>
                  </a:schemeClr>
                </a:solidFill>
                <a:effectLst/>
                <a:uFillTx/>
                <a:latin typeface="Calibri"/>
              </a:rPr>
              <a:t>‹Nº›</a:t>
            </a:fld>
            <a:endParaRPr lang="es-VE"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Dos objetos">
    <p:bg>
      <p:bgPr>
        <a:gradFill rotWithShape="0">
          <a:gsLst>
            <a:gs pos="0">
              <a:srgbClr val="F7FAFD"/>
            </a:gs>
            <a:gs pos="100000">
              <a:srgbClr val="B5D2EC"/>
            </a:gs>
            <a:gs pos="100000">
              <a:srgbClr val="CEE1F2"/>
            </a:gs>
          </a:gsLst>
          <a:lin ang="5400000"/>
        </a:gradFill>
        <a:effectLst/>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ES" sz="4400" b="0" u="none" strike="noStrike">
              <a:solidFill>
                <a:schemeClr val="dk1"/>
              </a:solidFill>
              <a:effectLst/>
              <a:uFillTx/>
              <a:latin typeface="Calibri"/>
            </a:endParaRPr>
          </a:p>
        </p:txBody>
      </p:sp>
      <p:sp>
        <p:nvSpPr>
          <p:cNvPr id="31"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el estilo de texto del patrón</a:t>
            </a:r>
          </a:p>
          <a:p>
            <a:pPr marL="685800" lvl="1"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p>
          <a:p>
            <a:pPr marL="1143000" lvl="2"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p>
          <a:p>
            <a:pPr marL="1600200" lvl="3"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p>
          <a:p>
            <a:pPr marL="2057400" lvl="4"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p>
        </p:txBody>
      </p:sp>
      <p:sp>
        <p:nvSpPr>
          <p:cNvPr id="32"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el estilo de texto del patrón</a:t>
            </a:r>
          </a:p>
          <a:p>
            <a:pPr marL="685800" lvl="1"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p>
          <a:p>
            <a:pPr marL="1143000" lvl="2"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p>
          <a:p>
            <a:pPr marL="1600200" lvl="3"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p>
          <a:p>
            <a:pPr marL="2057400" lvl="4"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p>
        </p:txBody>
      </p:sp>
      <p:sp>
        <p:nvSpPr>
          <p:cNvPr id="33" name="PlaceHolder 4"/>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ES" sz="1200" b="0" u="none" strike="noStrike">
                <a:solidFill>
                  <a:schemeClr val="dk1">
                    <a:tint val="75000"/>
                  </a:schemeClr>
                </a:solidFill>
                <a:effectLst/>
                <a:uFillTx/>
                <a:latin typeface="Calibri"/>
              </a:defRPr>
            </a:lvl1pPr>
          </a:lstStyle>
          <a:p>
            <a:pPr indent="0" defTabSz="914400">
              <a:lnSpc>
                <a:spcPct val="100000"/>
              </a:lnSpc>
              <a:buNone/>
            </a:pPr>
            <a:r>
              <a:rPr lang="es-ES" sz="1200" b="0" u="none" strike="noStrike">
                <a:solidFill>
                  <a:schemeClr val="dk1">
                    <a:tint val="75000"/>
                  </a:schemeClr>
                </a:solidFill>
                <a:effectLst/>
                <a:uFillTx/>
                <a:latin typeface="Calibri"/>
              </a:rPr>
              <a:t>&lt;fecha/hora&gt;</a:t>
            </a:r>
            <a:endParaRPr lang="es-VE" sz="1200" b="0" u="none" strike="noStrike">
              <a:solidFill>
                <a:srgbClr val="000000"/>
              </a:solidFill>
              <a:effectLst/>
              <a:uFillTx/>
              <a:latin typeface="Times New Roman"/>
            </a:endParaRPr>
          </a:p>
        </p:txBody>
      </p:sp>
      <p:sp>
        <p:nvSpPr>
          <p:cNvPr id="34" name="PlaceHolder 5"/>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VE" sz="1400" b="0" u="none" strike="noStrike">
                <a:solidFill>
                  <a:srgbClr val="000000"/>
                </a:solidFill>
                <a:effectLst/>
                <a:uFillTx/>
                <a:latin typeface="Times New Roman"/>
              </a:defRPr>
            </a:lvl1pPr>
          </a:lstStyle>
          <a:p>
            <a:pPr indent="0" algn="ctr">
              <a:buNone/>
            </a:pPr>
            <a:r>
              <a:rPr lang="es-VE" sz="1400" b="0" u="none" strike="noStrike">
                <a:solidFill>
                  <a:srgbClr val="000000"/>
                </a:solidFill>
                <a:effectLst/>
                <a:uFillTx/>
                <a:latin typeface="Times New Roman"/>
              </a:rPr>
              <a:t>&lt;pie de página&gt;</a:t>
            </a:r>
          </a:p>
        </p:txBody>
      </p:sp>
      <p:sp>
        <p:nvSpPr>
          <p:cNvPr id="35" name="PlaceHolder 6"/>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ES" sz="1200" b="0" u="none" strike="noStrike">
                <a:solidFill>
                  <a:schemeClr val="dk1">
                    <a:tint val="75000"/>
                  </a:schemeClr>
                </a:solidFill>
                <a:effectLst/>
                <a:uFillTx/>
                <a:latin typeface="Calibri"/>
              </a:defRPr>
            </a:lvl1pPr>
          </a:lstStyle>
          <a:p>
            <a:pPr indent="0" algn="r" defTabSz="914400">
              <a:lnSpc>
                <a:spcPct val="100000"/>
              </a:lnSpc>
              <a:buNone/>
            </a:pPr>
            <a:fld id="{2191E933-6633-40B1-A3DF-6BA89F239DD5}" type="slidenum">
              <a:rPr lang="es-ES" sz="1200" b="0" u="none" strike="noStrike">
                <a:solidFill>
                  <a:schemeClr val="dk1">
                    <a:tint val="75000"/>
                  </a:schemeClr>
                </a:solidFill>
                <a:effectLst/>
                <a:uFillTx/>
                <a:latin typeface="Calibri"/>
              </a:rPr>
              <a:t>‹Nº›</a:t>
            </a:fld>
            <a:endParaRPr lang="es-VE"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omparación">
    <p:bg>
      <p:bgPr>
        <a:gradFill rotWithShape="0">
          <a:gsLst>
            <a:gs pos="0">
              <a:srgbClr val="F7FAFD"/>
            </a:gs>
            <a:gs pos="100000">
              <a:srgbClr val="B5D2EC"/>
            </a:gs>
            <a:gs pos="100000">
              <a:srgbClr val="CEE1F2"/>
            </a:gs>
          </a:gsLst>
          <a:lin ang="5400000"/>
        </a:gra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ES" sz="4400" b="0" u="none" strike="noStrike">
              <a:solidFill>
                <a:schemeClr val="dk1"/>
              </a:solidFill>
              <a:effectLst/>
              <a:uFillTx/>
              <a:latin typeface="Calibri"/>
            </a:endParaRPr>
          </a:p>
        </p:txBody>
      </p:sp>
      <p:sp>
        <p:nvSpPr>
          <p:cNvPr id="37"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s-ES" sz="2400" b="1" u="none" strike="noStrike">
                <a:solidFill>
                  <a:schemeClr val="dk1"/>
                </a:solidFill>
                <a:effectLst/>
                <a:uFillTx/>
                <a:latin typeface="Calibri"/>
              </a:rPr>
              <a:t>Haga clic para modificar el estilo de texto del patrón</a:t>
            </a:r>
            <a:endParaRPr lang="es-ES" sz="2400" b="0" u="none" strike="noStrike">
              <a:solidFill>
                <a:schemeClr val="dk1"/>
              </a:solidFill>
              <a:effectLst/>
              <a:uFillTx/>
              <a:latin typeface="Calibri"/>
            </a:endParaRPr>
          </a:p>
        </p:txBody>
      </p:sp>
      <p:sp>
        <p:nvSpPr>
          <p:cNvPr id="38"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el estilo de texto del patrón</a:t>
            </a:r>
          </a:p>
          <a:p>
            <a:pPr marL="685800" lvl="1"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p>
          <a:p>
            <a:pPr marL="1143000" lvl="2"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p>
          <a:p>
            <a:pPr marL="1600200" lvl="3"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p>
          <a:p>
            <a:pPr marL="2057400" lvl="4"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p>
        </p:txBody>
      </p:sp>
      <p:sp>
        <p:nvSpPr>
          <p:cNvPr id="39"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s-ES" sz="2400" b="1" u="none" strike="noStrike">
                <a:solidFill>
                  <a:schemeClr val="dk1"/>
                </a:solidFill>
                <a:effectLst/>
                <a:uFillTx/>
                <a:latin typeface="Calibri"/>
              </a:rPr>
              <a:t>Haga clic para modificar el estilo de texto del patrón</a:t>
            </a:r>
            <a:endParaRPr lang="es-ES" sz="2400" b="0" u="none" strike="noStrike">
              <a:solidFill>
                <a:schemeClr val="dk1"/>
              </a:solidFill>
              <a:effectLst/>
              <a:uFillTx/>
              <a:latin typeface="Calibri"/>
            </a:endParaRPr>
          </a:p>
        </p:txBody>
      </p:sp>
      <p:sp>
        <p:nvSpPr>
          <p:cNvPr id="40"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el estilo de texto del patrón</a:t>
            </a:r>
          </a:p>
          <a:p>
            <a:pPr marL="685800" lvl="1"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p>
          <a:p>
            <a:pPr marL="1143000" lvl="2"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p>
          <a:p>
            <a:pPr marL="1600200" lvl="3"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p>
          <a:p>
            <a:pPr marL="2057400" lvl="4" indent="-228600"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p>
        </p:txBody>
      </p:sp>
      <p:sp>
        <p:nvSpPr>
          <p:cNvPr id="41" name="PlaceHolder 6"/>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ES" sz="1200" b="0" u="none" strike="noStrike">
                <a:solidFill>
                  <a:schemeClr val="dk1">
                    <a:tint val="75000"/>
                  </a:schemeClr>
                </a:solidFill>
                <a:effectLst/>
                <a:uFillTx/>
                <a:latin typeface="Calibri"/>
              </a:defRPr>
            </a:lvl1pPr>
          </a:lstStyle>
          <a:p>
            <a:pPr indent="0" defTabSz="914400">
              <a:lnSpc>
                <a:spcPct val="100000"/>
              </a:lnSpc>
              <a:buNone/>
            </a:pPr>
            <a:r>
              <a:rPr lang="es-ES" sz="1200" b="0" u="none" strike="noStrike">
                <a:solidFill>
                  <a:schemeClr val="dk1">
                    <a:tint val="75000"/>
                  </a:schemeClr>
                </a:solidFill>
                <a:effectLst/>
                <a:uFillTx/>
                <a:latin typeface="Calibri"/>
              </a:rPr>
              <a:t>&lt;fecha/hora&gt;</a:t>
            </a:r>
            <a:endParaRPr lang="es-VE" sz="1200" b="0" u="none" strike="noStrike">
              <a:solidFill>
                <a:srgbClr val="000000"/>
              </a:solidFill>
              <a:effectLst/>
              <a:uFillTx/>
              <a:latin typeface="Times New Roman"/>
            </a:endParaRPr>
          </a:p>
        </p:txBody>
      </p:sp>
      <p:sp>
        <p:nvSpPr>
          <p:cNvPr id="42" name="PlaceHolder 7"/>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VE" sz="1400" b="0" u="none" strike="noStrike">
                <a:solidFill>
                  <a:srgbClr val="000000"/>
                </a:solidFill>
                <a:effectLst/>
                <a:uFillTx/>
                <a:latin typeface="Times New Roman"/>
              </a:defRPr>
            </a:lvl1pPr>
          </a:lstStyle>
          <a:p>
            <a:pPr indent="0" algn="ctr">
              <a:buNone/>
            </a:pPr>
            <a:r>
              <a:rPr lang="es-VE" sz="1400" b="0" u="none" strike="noStrike">
                <a:solidFill>
                  <a:srgbClr val="000000"/>
                </a:solidFill>
                <a:effectLst/>
                <a:uFillTx/>
                <a:latin typeface="Times New Roman"/>
              </a:rPr>
              <a:t>&lt;pie de página&gt;</a:t>
            </a:r>
          </a:p>
        </p:txBody>
      </p:sp>
      <p:sp>
        <p:nvSpPr>
          <p:cNvPr id="43" name="PlaceHolder 8"/>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ES" sz="1200" b="0" u="none" strike="noStrike">
                <a:solidFill>
                  <a:schemeClr val="dk1">
                    <a:tint val="75000"/>
                  </a:schemeClr>
                </a:solidFill>
                <a:effectLst/>
                <a:uFillTx/>
                <a:latin typeface="Calibri"/>
              </a:defRPr>
            </a:lvl1pPr>
          </a:lstStyle>
          <a:p>
            <a:pPr indent="0" algn="r" defTabSz="914400">
              <a:lnSpc>
                <a:spcPct val="100000"/>
              </a:lnSpc>
              <a:buNone/>
            </a:pPr>
            <a:fld id="{5993F56B-0C8B-476E-8A68-E41EF2D7FEF2}" type="slidenum">
              <a:rPr lang="es-ES" sz="1200" b="0" u="none" strike="noStrike">
                <a:solidFill>
                  <a:schemeClr val="dk1">
                    <a:tint val="75000"/>
                  </a:schemeClr>
                </a:solidFill>
                <a:effectLst/>
                <a:uFillTx/>
                <a:latin typeface="Calibri"/>
              </a:rPr>
              <a:t>‹Nº›</a:t>
            </a:fld>
            <a:endParaRPr lang="es-VE"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Solo el título">
    <p:bg>
      <p:bgPr>
        <a:gradFill rotWithShape="0">
          <a:gsLst>
            <a:gs pos="0">
              <a:srgbClr val="F7FAFD"/>
            </a:gs>
            <a:gs pos="100000">
              <a:srgbClr val="B5D2EC"/>
            </a:gs>
            <a:gs pos="100000">
              <a:srgbClr val="CEE1F2"/>
            </a:gs>
          </a:gsLst>
          <a:lin ang="5400000"/>
        </a:gradFill>
        <a:effectLst/>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ES" sz="4400" b="0" u="none" strike="noStrike">
              <a:solidFill>
                <a:schemeClr val="dk1"/>
              </a:solidFill>
              <a:effectLst/>
              <a:uFillTx/>
              <a:latin typeface="Calibri"/>
            </a:endParaRPr>
          </a:p>
        </p:txBody>
      </p:sp>
      <p:sp>
        <p:nvSpPr>
          <p:cNvPr id="45" name="PlaceHolder 2"/>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ES" sz="1200" b="0" u="none" strike="noStrike">
                <a:solidFill>
                  <a:schemeClr val="dk1">
                    <a:tint val="75000"/>
                  </a:schemeClr>
                </a:solidFill>
                <a:effectLst/>
                <a:uFillTx/>
                <a:latin typeface="Calibri"/>
              </a:defRPr>
            </a:lvl1pPr>
          </a:lstStyle>
          <a:p>
            <a:pPr indent="0" defTabSz="914400">
              <a:lnSpc>
                <a:spcPct val="100000"/>
              </a:lnSpc>
              <a:buNone/>
            </a:pPr>
            <a:r>
              <a:rPr lang="es-ES" sz="1200" b="0" u="none" strike="noStrike">
                <a:solidFill>
                  <a:schemeClr val="dk1">
                    <a:tint val="75000"/>
                  </a:schemeClr>
                </a:solidFill>
                <a:effectLst/>
                <a:uFillTx/>
                <a:latin typeface="Calibri"/>
              </a:rPr>
              <a:t>&lt;fecha/hora&gt;</a:t>
            </a:r>
            <a:endParaRPr lang="es-VE" sz="1200" b="0" u="none" strike="noStrike">
              <a:solidFill>
                <a:srgbClr val="000000"/>
              </a:solidFill>
              <a:effectLst/>
              <a:uFillTx/>
              <a:latin typeface="Times New Roman"/>
            </a:endParaRPr>
          </a:p>
        </p:txBody>
      </p:sp>
      <p:sp>
        <p:nvSpPr>
          <p:cNvPr id="46" name="PlaceHolder 3"/>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VE" sz="1400" b="0" u="none" strike="noStrike">
                <a:solidFill>
                  <a:srgbClr val="000000"/>
                </a:solidFill>
                <a:effectLst/>
                <a:uFillTx/>
                <a:latin typeface="Times New Roman"/>
              </a:defRPr>
            </a:lvl1pPr>
          </a:lstStyle>
          <a:p>
            <a:pPr indent="0" algn="ctr">
              <a:buNone/>
            </a:pPr>
            <a:r>
              <a:rPr lang="es-VE" sz="1400" b="0" u="none" strike="noStrike">
                <a:solidFill>
                  <a:srgbClr val="000000"/>
                </a:solidFill>
                <a:effectLst/>
                <a:uFillTx/>
                <a:latin typeface="Times New Roman"/>
              </a:rPr>
              <a:t>&lt;pie de página&gt;</a:t>
            </a:r>
          </a:p>
        </p:txBody>
      </p:sp>
      <p:sp>
        <p:nvSpPr>
          <p:cNvPr id="47" name="PlaceHolder 4"/>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ES" sz="1200" b="0" u="none" strike="noStrike">
                <a:solidFill>
                  <a:schemeClr val="dk1">
                    <a:tint val="75000"/>
                  </a:schemeClr>
                </a:solidFill>
                <a:effectLst/>
                <a:uFillTx/>
                <a:latin typeface="Calibri"/>
              </a:defRPr>
            </a:lvl1pPr>
          </a:lstStyle>
          <a:p>
            <a:pPr indent="0" algn="r" defTabSz="914400">
              <a:lnSpc>
                <a:spcPct val="100000"/>
              </a:lnSpc>
              <a:buNone/>
            </a:pPr>
            <a:fld id="{2E687AA6-1BB5-413F-A58E-68045A908CBC}" type="slidenum">
              <a:rPr lang="es-ES" sz="1200" b="0" u="none" strike="noStrike">
                <a:solidFill>
                  <a:schemeClr val="dk1">
                    <a:tint val="75000"/>
                  </a:schemeClr>
                </a:solidFill>
                <a:effectLst/>
                <a:uFillTx/>
                <a:latin typeface="Calibri"/>
              </a:rPr>
              <a:t>‹Nº›</a:t>
            </a:fld>
            <a:endParaRPr lang="es-VE"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En blanco">
    <p:bg>
      <p:bgPr>
        <a:gradFill rotWithShape="0">
          <a:gsLst>
            <a:gs pos="0">
              <a:srgbClr val="F7FAFD"/>
            </a:gs>
            <a:gs pos="100000">
              <a:srgbClr val="B5D2EC"/>
            </a:gs>
            <a:gs pos="100000">
              <a:srgbClr val="CEE1F2"/>
            </a:gs>
          </a:gsLst>
          <a:lin ang="5400000"/>
        </a:gradFill>
        <a:effectLst/>
      </p:bgPr>
    </p:bg>
    <p:spTree>
      <p:nvGrpSpPr>
        <p:cNvPr id="1" name=""/>
        <p:cNvGrpSpPr/>
        <p:nvPr/>
      </p:nvGrpSpPr>
      <p:grpSpPr>
        <a:xfrm>
          <a:off x="0" y="0"/>
          <a:ext cx="0" cy="0"/>
          <a:chOff x="0" y="0"/>
          <a:chExt cx="0" cy="0"/>
        </a:xfrm>
      </p:grpSpPr>
      <p:sp>
        <p:nvSpPr>
          <p:cNvPr id="48" name="PlaceHolder 1"/>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ES" sz="1200" b="0" u="none" strike="noStrike">
                <a:solidFill>
                  <a:schemeClr val="dk1">
                    <a:tint val="75000"/>
                  </a:schemeClr>
                </a:solidFill>
                <a:effectLst/>
                <a:uFillTx/>
                <a:latin typeface="Calibri"/>
              </a:defRPr>
            </a:lvl1pPr>
          </a:lstStyle>
          <a:p>
            <a:pPr indent="0" defTabSz="914400">
              <a:lnSpc>
                <a:spcPct val="100000"/>
              </a:lnSpc>
              <a:buNone/>
            </a:pPr>
            <a:r>
              <a:rPr lang="es-ES" sz="1200" b="0" u="none" strike="noStrike">
                <a:solidFill>
                  <a:schemeClr val="dk1">
                    <a:tint val="75000"/>
                  </a:schemeClr>
                </a:solidFill>
                <a:effectLst/>
                <a:uFillTx/>
                <a:latin typeface="Calibri"/>
              </a:rPr>
              <a:t>&lt;fecha/hora&gt;</a:t>
            </a:r>
            <a:endParaRPr lang="es-VE" sz="1200" b="0" u="none" strike="noStrike">
              <a:solidFill>
                <a:srgbClr val="000000"/>
              </a:solidFill>
              <a:effectLst/>
              <a:uFillTx/>
              <a:latin typeface="Times New Roman"/>
            </a:endParaRPr>
          </a:p>
        </p:txBody>
      </p:sp>
      <p:sp>
        <p:nvSpPr>
          <p:cNvPr id="49" name="PlaceHolder 2"/>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VE" sz="1400" b="0" u="none" strike="noStrike">
                <a:solidFill>
                  <a:srgbClr val="000000"/>
                </a:solidFill>
                <a:effectLst/>
                <a:uFillTx/>
                <a:latin typeface="Times New Roman"/>
              </a:defRPr>
            </a:lvl1pPr>
          </a:lstStyle>
          <a:p>
            <a:pPr indent="0" algn="ctr">
              <a:buNone/>
            </a:pPr>
            <a:r>
              <a:rPr lang="es-VE" sz="1400" b="0" u="none" strike="noStrike">
                <a:solidFill>
                  <a:srgbClr val="000000"/>
                </a:solidFill>
                <a:effectLst/>
                <a:uFillTx/>
                <a:latin typeface="Times New Roman"/>
              </a:rPr>
              <a:t>&lt;pie de página&gt;</a:t>
            </a:r>
          </a:p>
        </p:txBody>
      </p:sp>
      <p:sp>
        <p:nvSpPr>
          <p:cNvPr id="50" name="PlaceHolder 3"/>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ES" sz="1200" b="0" u="none" strike="noStrike">
                <a:solidFill>
                  <a:schemeClr val="dk1">
                    <a:tint val="75000"/>
                  </a:schemeClr>
                </a:solidFill>
                <a:effectLst/>
                <a:uFillTx/>
                <a:latin typeface="Calibri"/>
              </a:defRPr>
            </a:lvl1pPr>
          </a:lstStyle>
          <a:p>
            <a:pPr indent="0" algn="r" defTabSz="914400">
              <a:lnSpc>
                <a:spcPct val="100000"/>
              </a:lnSpc>
              <a:buNone/>
            </a:pPr>
            <a:fld id="{A6816D04-B30C-4981-8B91-FD6FF1BCC26F}" type="slidenum">
              <a:rPr lang="es-ES" sz="1200" b="0" u="none" strike="noStrike">
                <a:solidFill>
                  <a:schemeClr val="dk1">
                    <a:tint val="75000"/>
                  </a:schemeClr>
                </a:solidFill>
                <a:effectLst/>
                <a:uFillTx/>
                <a:latin typeface="Calibri"/>
              </a:rPr>
              <a:t>‹Nº›</a:t>
            </a:fld>
            <a:endParaRPr lang="es-VE"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ontenido con título">
    <p:bg>
      <p:bgPr>
        <a:gradFill rotWithShape="0">
          <a:gsLst>
            <a:gs pos="0">
              <a:srgbClr val="F7FAFD"/>
            </a:gs>
            <a:gs pos="100000">
              <a:srgbClr val="B5D2EC"/>
            </a:gs>
            <a:gs pos="100000">
              <a:srgbClr val="CEE1F2"/>
            </a:gs>
          </a:gsLst>
          <a:lin ang="5400000"/>
        </a:gradFill>
        <a:effectLst/>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s-ES" sz="3200" b="0" u="none" strike="noStrike">
                <a:solidFill>
                  <a:schemeClr val="dk1"/>
                </a:solidFill>
                <a:effectLst/>
                <a:uFillTx/>
                <a:latin typeface="Calibri Light"/>
              </a:rPr>
              <a:t>Haga clic para modificar el estilo de título del patrón</a:t>
            </a:r>
            <a:endParaRPr lang="es-ES" sz="3200" b="0" u="none" strike="noStrike">
              <a:solidFill>
                <a:schemeClr val="dk1"/>
              </a:solidFill>
              <a:effectLst/>
              <a:uFillTx/>
              <a:latin typeface="Calibri"/>
            </a:endParaRPr>
          </a:p>
        </p:txBody>
      </p:sp>
      <p:sp>
        <p:nvSpPr>
          <p:cNvPr id="52"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s-ES" sz="3200" b="0" u="none" strike="noStrike">
                <a:solidFill>
                  <a:schemeClr val="dk1"/>
                </a:solidFill>
                <a:effectLst/>
                <a:uFillTx/>
                <a:latin typeface="Calibri"/>
              </a:rPr>
              <a:t>Haga clic para modificar el estilo de texto del patrón</a:t>
            </a:r>
          </a:p>
          <a:p>
            <a:pPr marL="685800" lvl="1" indent="-228600" defTabSz="914400">
              <a:lnSpc>
                <a:spcPct val="90000"/>
              </a:lnSpc>
              <a:spcBef>
                <a:spcPts val="499"/>
              </a:spcBef>
              <a:buClr>
                <a:srgbClr val="000000"/>
              </a:buClr>
              <a:buFont typeface="Arial"/>
              <a:buChar char="•"/>
            </a:pPr>
            <a:r>
              <a:rPr lang="es-ES" sz="2800" b="0" u="none" strike="noStrike">
                <a:solidFill>
                  <a:schemeClr val="dk1"/>
                </a:solidFill>
                <a:effectLst/>
                <a:uFillTx/>
                <a:latin typeface="Calibri"/>
              </a:rPr>
              <a:t>Segundo nivel</a:t>
            </a:r>
          </a:p>
          <a:p>
            <a:pPr marL="1143000" lvl="2" indent="-228600"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Tercer nivel</a:t>
            </a:r>
          </a:p>
          <a:p>
            <a:pPr marL="1600200" lvl="3"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Cuarto nivel</a:t>
            </a:r>
          </a:p>
          <a:p>
            <a:pPr marL="2057400" lvl="4" indent="-228600"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Quinto nivel</a:t>
            </a:r>
          </a:p>
        </p:txBody>
      </p:sp>
      <p:sp>
        <p:nvSpPr>
          <p:cNvPr id="53"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ES" sz="1600" b="0" u="none" strike="noStrike">
                <a:solidFill>
                  <a:schemeClr val="dk1"/>
                </a:solidFill>
                <a:effectLst/>
                <a:uFillTx/>
                <a:latin typeface="Calibri"/>
              </a:rPr>
              <a:t>Haga clic para modificar el estilo de texto del patrón</a:t>
            </a:r>
          </a:p>
        </p:txBody>
      </p:sp>
      <p:sp>
        <p:nvSpPr>
          <p:cNvPr id="54"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ES" sz="1200" b="0" u="none" strike="noStrike">
                <a:solidFill>
                  <a:schemeClr val="dk1">
                    <a:tint val="75000"/>
                  </a:schemeClr>
                </a:solidFill>
                <a:effectLst/>
                <a:uFillTx/>
                <a:latin typeface="Calibri"/>
              </a:defRPr>
            </a:lvl1pPr>
          </a:lstStyle>
          <a:p>
            <a:pPr indent="0" defTabSz="914400">
              <a:lnSpc>
                <a:spcPct val="100000"/>
              </a:lnSpc>
              <a:buNone/>
            </a:pPr>
            <a:r>
              <a:rPr lang="es-ES" sz="1200" b="0" u="none" strike="noStrike">
                <a:solidFill>
                  <a:schemeClr val="dk1">
                    <a:tint val="75000"/>
                  </a:schemeClr>
                </a:solidFill>
                <a:effectLst/>
                <a:uFillTx/>
                <a:latin typeface="Calibri"/>
              </a:rPr>
              <a:t>&lt;fecha/hora&gt;</a:t>
            </a:r>
            <a:endParaRPr lang="es-VE" sz="1200" b="0" u="none" strike="noStrike">
              <a:solidFill>
                <a:srgbClr val="000000"/>
              </a:solidFill>
              <a:effectLst/>
              <a:uFillTx/>
              <a:latin typeface="Times New Roman"/>
            </a:endParaRPr>
          </a:p>
        </p:txBody>
      </p:sp>
      <p:sp>
        <p:nvSpPr>
          <p:cNvPr id="55"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VE" sz="1400" b="0" u="none" strike="noStrike">
                <a:solidFill>
                  <a:srgbClr val="000000"/>
                </a:solidFill>
                <a:effectLst/>
                <a:uFillTx/>
                <a:latin typeface="Times New Roman"/>
              </a:defRPr>
            </a:lvl1pPr>
          </a:lstStyle>
          <a:p>
            <a:pPr indent="0" algn="ctr">
              <a:buNone/>
            </a:pPr>
            <a:r>
              <a:rPr lang="es-VE" sz="1400" b="0" u="none" strike="noStrike">
                <a:solidFill>
                  <a:srgbClr val="000000"/>
                </a:solidFill>
                <a:effectLst/>
                <a:uFillTx/>
                <a:latin typeface="Times New Roman"/>
              </a:rPr>
              <a:t>&lt;pie de página&gt;</a:t>
            </a:r>
          </a:p>
        </p:txBody>
      </p:sp>
      <p:sp>
        <p:nvSpPr>
          <p:cNvPr id="56"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ES" sz="1200" b="0" u="none" strike="noStrike">
                <a:solidFill>
                  <a:schemeClr val="dk1">
                    <a:tint val="75000"/>
                  </a:schemeClr>
                </a:solidFill>
                <a:effectLst/>
                <a:uFillTx/>
                <a:latin typeface="Calibri"/>
              </a:defRPr>
            </a:lvl1pPr>
          </a:lstStyle>
          <a:p>
            <a:pPr indent="0" algn="r" defTabSz="914400">
              <a:lnSpc>
                <a:spcPct val="100000"/>
              </a:lnSpc>
              <a:buNone/>
            </a:pPr>
            <a:fld id="{38F2496D-A93A-4907-A8F0-488D639FC21C}" type="slidenum">
              <a:rPr lang="es-ES" sz="1200" b="0" u="none" strike="noStrike">
                <a:solidFill>
                  <a:schemeClr val="dk1">
                    <a:tint val="75000"/>
                  </a:schemeClr>
                </a:solidFill>
                <a:effectLst/>
                <a:uFillTx/>
                <a:latin typeface="Calibri"/>
              </a:rPr>
              <a:t>‹Nº›</a:t>
            </a:fld>
            <a:endParaRPr lang="es-VE"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Imagen con título">
    <p:bg>
      <p:bgPr>
        <a:gradFill rotWithShape="0">
          <a:gsLst>
            <a:gs pos="0">
              <a:srgbClr val="F7FAFD"/>
            </a:gs>
            <a:gs pos="100000">
              <a:srgbClr val="B5D2EC"/>
            </a:gs>
            <a:gs pos="100000">
              <a:srgbClr val="CEE1F2"/>
            </a:gs>
          </a:gsLst>
          <a:lin ang="5400000"/>
        </a:gradFill>
        <a:effectLst/>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s-ES" sz="3200" b="0" u="none" strike="noStrike">
                <a:solidFill>
                  <a:schemeClr val="dk1"/>
                </a:solidFill>
                <a:effectLst/>
                <a:uFillTx/>
                <a:latin typeface="Calibri Light"/>
              </a:rPr>
              <a:t>Haga clic para modificar el estilo de título del patrón</a:t>
            </a:r>
            <a:endParaRPr lang="es-ES" sz="3200" b="0" u="none" strike="noStrike">
              <a:solidFill>
                <a:schemeClr val="dk1"/>
              </a:solidFill>
              <a:effectLst/>
              <a:uFillTx/>
              <a:latin typeface="Calibri"/>
            </a:endParaRPr>
          </a:p>
        </p:txBody>
      </p:sp>
      <p:sp>
        <p:nvSpPr>
          <p:cNvPr id="58"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marL="432000" indent="-324000">
              <a:lnSpc>
                <a:spcPct val="90000"/>
              </a:lnSpc>
              <a:spcBef>
                <a:spcPts val="1417"/>
              </a:spcBef>
              <a:buClr>
                <a:srgbClr val="000000"/>
              </a:buClr>
              <a:buSzPct val="45000"/>
              <a:buFont typeface="Wingdings" charset="2"/>
              <a:buChar char=""/>
            </a:pPr>
            <a:r>
              <a:rPr lang="es-ES" sz="3200" b="0" u="none" strike="noStrike">
                <a:solidFill>
                  <a:schemeClr val="dk1"/>
                </a:solidFill>
                <a:effectLst/>
                <a:uFillTx/>
                <a:latin typeface="Calibri"/>
              </a:rPr>
              <a:t>Pulse para editar el formato de texto del esquema</a:t>
            </a:r>
          </a:p>
          <a:p>
            <a:pPr marL="864000" lvl="1" indent="-324000">
              <a:lnSpc>
                <a:spcPct val="90000"/>
              </a:lnSpc>
              <a:spcBef>
                <a:spcPts val="1134"/>
              </a:spcBef>
              <a:buClr>
                <a:srgbClr val="000000"/>
              </a:buClr>
              <a:buSzPct val="75000"/>
              <a:buFont typeface="Symbol" charset="2"/>
              <a:buChar char=""/>
            </a:pPr>
            <a:r>
              <a:rPr lang="es-ES" sz="3200" b="0" u="none" strike="noStrike">
                <a:solidFill>
                  <a:schemeClr val="dk1"/>
                </a:solidFill>
                <a:effectLst/>
                <a:uFillTx/>
                <a:latin typeface="Calibri"/>
              </a:rPr>
              <a:t>Segundo nivel del esquema</a:t>
            </a:r>
          </a:p>
          <a:p>
            <a:pPr marL="1296000" lvl="2" indent="-288000">
              <a:lnSpc>
                <a:spcPct val="90000"/>
              </a:lnSpc>
              <a:spcBef>
                <a:spcPts val="850"/>
              </a:spcBef>
              <a:buClr>
                <a:srgbClr val="000000"/>
              </a:buClr>
              <a:buSzPct val="45000"/>
              <a:buFont typeface="Wingdings" charset="2"/>
              <a:buChar char=""/>
            </a:pPr>
            <a:r>
              <a:rPr lang="es-ES" sz="3200" b="0" u="none" strike="noStrike">
                <a:solidFill>
                  <a:schemeClr val="dk1"/>
                </a:solidFill>
                <a:effectLst/>
                <a:uFillTx/>
                <a:latin typeface="Calibri"/>
              </a:rPr>
              <a:t>Tercer nivel del esquema</a:t>
            </a:r>
          </a:p>
          <a:p>
            <a:pPr marL="1728000" lvl="3" indent="-216000">
              <a:lnSpc>
                <a:spcPct val="90000"/>
              </a:lnSpc>
              <a:spcBef>
                <a:spcPts val="567"/>
              </a:spcBef>
              <a:buClr>
                <a:srgbClr val="000000"/>
              </a:buClr>
              <a:buSzPct val="75000"/>
              <a:buFont typeface="Symbol" charset="2"/>
              <a:buChar char=""/>
            </a:pPr>
            <a:r>
              <a:rPr lang="es-ES" sz="3200" b="0" u="none" strike="noStrike">
                <a:solidFill>
                  <a:schemeClr val="dk1"/>
                </a:solidFill>
                <a:effectLst/>
                <a:uFillTx/>
                <a:latin typeface="Calibri"/>
              </a:rPr>
              <a:t>Cuarto nivel del esquema</a:t>
            </a:r>
          </a:p>
          <a:p>
            <a:pPr marL="2160000" lvl="4" indent="-216000">
              <a:lnSpc>
                <a:spcPct val="90000"/>
              </a:lnSpc>
              <a:spcBef>
                <a:spcPts val="283"/>
              </a:spcBef>
              <a:buClr>
                <a:srgbClr val="000000"/>
              </a:buClr>
              <a:buSzPct val="45000"/>
              <a:buFont typeface="Wingdings" charset="2"/>
              <a:buChar char=""/>
            </a:pPr>
            <a:r>
              <a:rPr lang="es-ES" sz="3200" b="0" u="none" strike="noStrike">
                <a:solidFill>
                  <a:schemeClr val="dk1"/>
                </a:solidFill>
                <a:effectLst/>
                <a:uFillTx/>
                <a:latin typeface="Calibri"/>
              </a:rPr>
              <a:t>Quinto nivel del esquema</a:t>
            </a:r>
          </a:p>
          <a:p>
            <a:pPr marL="2592000" lvl="5" indent="-216000">
              <a:lnSpc>
                <a:spcPct val="90000"/>
              </a:lnSpc>
              <a:spcBef>
                <a:spcPts val="283"/>
              </a:spcBef>
              <a:buClr>
                <a:srgbClr val="000000"/>
              </a:buClr>
              <a:buSzPct val="45000"/>
              <a:buFont typeface="Wingdings" charset="2"/>
              <a:buChar char=""/>
            </a:pPr>
            <a:r>
              <a:rPr lang="es-ES" sz="3200" b="0" u="none" strike="noStrike">
                <a:solidFill>
                  <a:schemeClr val="dk1"/>
                </a:solidFill>
                <a:effectLst/>
                <a:uFillTx/>
                <a:latin typeface="Calibri"/>
              </a:rPr>
              <a:t>Sexto nivel del esquema</a:t>
            </a:r>
          </a:p>
          <a:p>
            <a:pPr marL="3024000" lvl="6" indent="-216000">
              <a:lnSpc>
                <a:spcPct val="90000"/>
              </a:lnSpc>
              <a:spcBef>
                <a:spcPts val="283"/>
              </a:spcBef>
              <a:buClr>
                <a:srgbClr val="000000"/>
              </a:buClr>
              <a:buSzPct val="45000"/>
              <a:buFont typeface="Wingdings" charset="2"/>
              <a:buChar char=""/>
            </a:pPr>
            <a:r>
              <a:rPr lang="es-ES" sz="3200" b="0" u="none" strike="noStrike">
                <a:solidFill>
                  <a:schemeClr val="dk1"/>
                </a:solidFill>
                <a:effectLst/>
                <a:uFillTx/>
                <a:latin typeface="Calibri"/>
              </a:rPr>
              <a:t>Séptimo nivel del esquema</a:t>
            </a:r>
          </a:p>
        </p:txBody>
      </p:sp>
      <p:sp>
        <p:nvSpPr>
          <p:cNvPr id="5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s-ES" sz="1600" b="0" u="none" strike="noStrike">
                <a:solidFill>
                  <a:schemeClr val="dk1"/>
                </a:solidFill>
                <a:effectLst/>
                <a:uFillTx/>
                <a:latin typeface="Calibri"/>
              </a:rPr>
              <a:t>Haga clic para modificar el estilo de texto del patrón</a:t>
            </a:r>
          </a:p>
        </p:txBody>
      </p:sp>
      <p:sp>
        <p:nvSpPr>
          <p:cNvPr id="60" name="PlaceHolder 4"/>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s-ES" sz="1200" b="0" u="none" strike="noStrike">
                <a:solidFill>
                  <a:schemeClr val="dk1">
                    <a:tint val="75000"/>
                  </a:schemeClr>
                </a:solidFill>
                <a:effectLst/>
                <a:uFillTx/>
                <a:latin typeface="Calibri"/>
              </a:defRPr>
            </a:lvl1pPr>
          </a:lstStyle>
          <a:p>
            <a:pPr indent="0" defTabSz="914400">
              <a:lnSpc>
                <a:spcPct val="100000"/>
              </a:lnSpc>
              <a:buNone/>
            </a:pPr>
            <a:r>
              <a:rPr lang="es-ES" sz="1200" b="0" u="none" strike="noStrike">
                <a:solidFill>
                  <a:schemeClr val="dk1">
                    <a:tint val="75000"/>
                  </a:schemeClr>
                </a:solidFill>
                <a:effectLst/>
                <a:uFillTx/>
                <a:latin typeface="Calibri"/>
              </a:rPr>
              <a:t>&lt;fecha/hora&gt;</a:t>
            </a:r>
            <a:endParaRPr lang="es-VE" sz="1200" b="0" u="none" strike="noStrike">
              <a:solidFill>
                <a:srgbClr val="000000"/>
              </a:solidFill>
              <a:effectLst/>
              <a:uFillTx/>
              <a:latin typeface="Times New Roman"/>
            </a:endParaRPr>
          </a:p>
        </p:txBody>
      </p:sp>
      <p:sp>
        <p:nvSpPr>
          <p:cNvPr id="61" name="PlaceHolder 5"/>
          <p:cNvSpPr>
            <a:spLocks noGrp="1"/>
          </p:cNvSpPr>
          <p:nvPr>
            <p:ph type="ftr" idx="3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VE" sz="1400" b="0" u="none" strike="noStrike">
                <a:solidFill>
                  <a:srgbClr val="000000"/>
                </a:solidFill>
                <a:effectLst/>
                <a:uFillTx/>
                <a:latin typeface="Times New Roman"/>
              </a:defRPr>
            </a:lvl1pPr>
          </a:lstStyle>
          <a:p>
            <a:pPr indent="0" algn="ctr">
              <a:buNone/>
            </a:pPr>
            <a:r>
              <a:rPr lang="es-VE" sz="1400" b="0" u="none" strike="noStrike">
                <a:solidFill>
                  <a:srgbClr val="000000"/>
                </a:solidFill>
                <a:effectLst/>
                <a:uFillTx/>
                <a:latin typeface="Times New Roman"/>
              </a:rPr>
              <a:t>&lt;pie de página&gt;</a:t>
            </a:r>
          </a:p>
        </p:txBody>
      </p:sp>
      <p:sp>
        <p:nvSpPr>
          <p:cNvPr id="62" name="PlaceHolder 6"/>
          <p:cNvSpPr>
            <a:spLocks noGrp="1"/>
          </p:cNvSpPr>
          <p:nvPr>
            <p:ph type="sldNum" idx="3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ES" sz="1200" b="0" u="none" strike="noStrike">
                <a:solidFill>
                  <a:schemeClr val="dk1">
                    <a:tint val="75000"/>
                  </a:schemeClr>
                </a:solidFill>
                <a:effectLst/>
                <a:uFillTx/>
                <a:latin typeface="Calibri"/>
              </a:defRPr>
            </a:lvl1pPr>
          </a:lstStyle>
          <a:p>
            <a:pPr indent="0" algn="r" defTabSz="914400">
              <a:lnSpc>
                <a:spcPct val="100000"/>
              </a:lnSpc>
              <a:buNone/>
            </a:pPr>
            <a:fld id="{CFC9CBC6-5F9C-4B21-97A0-D2AC95F796A0}" type="slidenum">
              <a:rPr lang="es-ES" sz="1200" b="0" u="none" strike="noStrike">
                <a:solidFill>
                  <a:schemeClr val="dk1">
                    <a:tint val="75000"/>
                  </a:schemeClr>
                </a:solidFill>
                <a:effectLst/>
                <a:uFillTx/>
                <a:latin typeface="Calibri"/>
              </a:rPr>
              <a:t>‹Nº›</a:t>
            </a:fld>
            <a:endParaRPr lang="es-VE"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bg>
      <p:bgPr>
        <a:gradFill flip="none" rotWithShape="1">
          <a:gsLst>
            <a:gs pos="0">
              <a:schemeClr val="accent3">
                <a:lumMod val="5000"/>
                <a:lumOff val="95000"/>
              </a:schemeClr>
            </a:gs>
            <a:gs pos="0">
              <a:schemeClr val="accent3">
                <a:lumMod val="45000"/>
                <a:lumOff val="55000"/>
              </a:schemeClr>
            </a:gs>
            <a:gs pos="22000">
              <a:srgbClr val="8C8C8C"/>
            </a:gs>
            <a:gs pos="100000">
              <a:schemeClr val="accent3">
                <a:lumMod val="30000"/>
                <a:lumOff val="70000"/>
              </a:schemeClr>
            </a:gs>
          </a:gsLst>
          <a:lin ang="5400000" scaled="1"/>
          <a:tileRect/>
        </a:gradFill>
        <a:effectLst/>
      </p:bgPr>
    </p:bg>
    <p:spTree>
      <p:nvGrpSpPr>
        <p:cNvPr id="1" name="">
          <a:extLst>
            <a:ext uri="{FF2B5EF4-FFF2-40B4-BE49-F238E27FC236}">
              <a16:creationId xmlns:a16="http://schemas.microsoft.com/office/drawing/2014/main" id="{A40E2D2B-4265-3BF3-B29F-35365BACBFA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E6868E2-CF68-A212-54ED-CE3C21E60CD7}"/>
              </a:ext>
            </a:extLst>
          </p:cNvPr>
          <p:cNvPicPr>
            <a:picLocks noChangeAspect="1"/>
          </p:cNvPicPr>
          <p:nvPr/>
        </p:nvPicPr>
        <p:blipFill>
          <a:blip r:embed="rId2"/>
          <a:srcRect l="3815" t="3464" r="2606" b="16828"/>
          <a:stretch>
            <a:fillRect/>
          </a:stretch>
        </p:blipFill>
        <p:spPr>
          <a:xfrm>
            <a:off x="10308080" y="31101"/>
            <a:ext cx="1220051" cy="941760"/>
          </a:xfrm>
          <a:prstGeom prst="rect">
            <a:avLst/>
          </a:prstGeom>
        </p:spPr>
      </p:pic>
      <p:sp>
        <p:nvSpPr>
          <p:cNvPr id="3" name="Rectángulo 10">
            <a:extLst>
              <a:ext uri="{FF2B5EF4-FFF2-40B4-BE49-F238E27FC236}">
                <a16:creationId xmlns:a16="http://schemas.microsoft.com/office/drawing/2014/main" id="{AC744C3A-14CA-BC8F-7FC6-2C423E836757}"/>
              </a:ext>
            </a:extLst>
          </p:cNvPr>
          <p:cNvSpPr/>
          <p:nvPr/>
        </p:nvSpPr>
        <p:spPr>
          <a:xfrm>
            <a:off x="240" y="1314261"/>
            <a:ext cx="12191760" cy="82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200000"/>
              </a:lnSpc>
              <a:spcAft>
                <a:spcPts val="601"/>
              </a:spcAft>
            </a:pPr>
            <a:r>
              <a:rPr lang="es-ES" sz="2800" b="1" u="none" strike="noStrike" dirty="0">
                <a:solidFill>
                  <a:schemeClr val="dk1"/>
                </a:solidFill>
                <a:effectLst/>
                <a:uFillTx/>
                <a:latin typeface="Times New Roman"/>
                <a:ea typeface="SimSun"/>
              </a:rPr>
              <a:t>Sistema de Análisis de Verificación de API Móviles Movilnet (</a:t>
            </a:r>
            <a:r>
              <a:rPr lang="es-ES" sz="2800" b="1" u="none" strike="noStrike" dirty="0" err="1">
                <a:solidFill>
                  <a:schemeClr val="dk1"/>
                </a:solidFill>
                <a:effectLst/>
                <a:uFillTx/>
                <a:latin typeface="Times New Roman"/>
                <a:ea typeface="SimSun"/>
              </a:rPr>
              <a:t>S.A.V.A.M</a:t>
            </a:r>
            <a:r>
              <a:rPr lang="es-ES" sz="2800" b="1" u="none" strike="noStrike" dirty="0">
                <a:solidFill>
                  <a:schemeClr val="dk1"/>
                </a:solidFill>
                <a:effectLst/>
                <a:uFillTx/>
                <a:latin typeface="Times New Roman"/>
                <a:ea typeface="SimSun"/>
              </a:rPr>
              <a:t>)</a:t>
            </a:r>
            <a:endParaRPr lang="es-VE" sz="2800" b="0" u="none" strike="noStrike" dirty="0">
              <a:solidFill>
                <a:srgbClr val="000000"/>
              </a:solidFill>
              <a:effectLst/>
              <a:uFillTx/>
              <a:latin typeface="Arial"/>
            </a:endParaRPr>
          </a:p>
        </p:txBody>
      </p:sp>
      <p:pic>
        <p:nvPicPr>
          <p:cNvPr id="6" name="Imagen 5">
            <a:extLst>
              <a:ext uri="{FF2B5EF4-FFF2-40B4-BE49-F238E27FC236}">
                <a16:creationId xmlns:a16="http://schemas.microsoft.com/office/drawing/2014/main" id="{584061CD-AE07-3BF3-77B0-F9746E5E4BC2}"/>
              </a:ext>
            </a:extLst>
          </p:cNvPr>
          <p:cNvPicPr>
            <a:picLocks noChangeAspect="1"/>
          </p:cNvPicPr>
          <p:nvPr/>
        </p:nvPicPr>
        <p:blipFill>
          <a:blip r:embed="rId3"/>
          <a:stretch>
            <a:fillRect/>
          </a:stretch>
        </p:blipFill>
        <p:spPr>
          <a:xfrm>
            <a:off x="4924516" y="2268332"/>
            <a:ext cx="2342968" cy="4488228"/>
          </a:xfrm>
          <a:prstGeom prst="rect">
            <a:avLst/>
          </a:prstGeom>
        </p:spPr>
      </p:pic>
    </p:spTree>
    <p:extLst>
      <p:ext uri="{BB962C8B-B14F-4D97-AF65-F5344CB8AC3E}">
        <p14:creationId xmlns:p14="http://schemas.microsoft.com/office/powerpoint/2010/main" val="1259120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bg>
      <p:bgPr>
        <a:gradFill flip="none" rotWithShape="1">
          <a:gsLst>
            <a:gs pos="0">
              <a:schemeClr val="accent3">
                <a:lumMod val="5000"/>
                <a:lumOff val="95000"/>
              </a:schemeClr>
            </a:gs>
            <a:gs pos="0">
              <a:schemeClr val="accent3">
                <a:lumMod val="45000"/>
                <a:lumOff val="55000"/>
              </a:schemeClr>
            </a:gs>
            <a:gs pos="22000">
              <a:srgbClr val="8C8C8C"/>
            </a:gs>
            <a:gs pos="100000">
              <a:schemeClr val="accent3">
                <a:lumMod val="30000"/>
                <a:lumOff val="70000"/>
              </a:schemeClr>
            </a:gs>
          </a:gsLst>
          <a:lin ang="5400000" scaled="1"/>
          <a:tileRect/>
        </a:gradFill>
        <a:effectLst/>
      </p:bgPr>
    </p:bg>
    <p:spTree>
      <p:nvGrpSpPr>
        <p:cNvPr id="1" name="">
          <a:extLst>
            <a:ext uri="{FF2B5EF4-FFF2-40B4-BE49-F238E27FC236}">
              <a16:creationId xmlns:a16="http://schemas.microsoft.com/office/drawing/2014/main" id="{175605A3-0411-93C7-307B-9147B0AAB1B5}"/>
            </a:ext>
          </a:extLst>
        </p:cNvPr>
        <p:cNvGrpSpPr/>
        <p:nvPr/>
      </p:nvGrpSpPr>
      <p:grpSpPr>
        <a:xfrm>
          <a:off x="0" y="0"/>
          <a:ext cx="0" cy="0"/>
          <a:chOff x="0" y="0"/>
          <a:chExt cx="0" cy="0"/>
        </a:xfrm>
      </p:grpSpPr>
      <p:sp>
        <p:nvSpPr>
          <p:cNvPr id="68" name="Rectángulo 10">
            <a:extLst>
              <a:ext uri="{FF2B5EF4-FFF2-40B4-BE49-F238E27FC236}">
                <a16:creationId xmlns:a16="http://schemas.microsoft.com/office/drawing/2014/main" id="{2D8D9EE7-7BC2-87C3-0F4F-C6C7D9AEC3BB}"/>
              </a:ext>
            </a:extLst>
          </p:cNvPr>
          <p:cNvSpPr/>
          <p:nvPr/>
        </p:nvSpPr>
        <p:spPr>
          <a:xfrm>
            <a:off x="467360" y="2318630"/>
            <a:ext cx="11724640" cy="706432"/>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spcAft>
                <a:spcPts val="601"/>
              </a:spcAft>
            </a:pPr>
            <a:r>
              <a:rPr lang="es-ES" sz="4000" b="1" u="none" strike="noStrike" dirty="0">
                <a:solidFill>
                  <a:schemeClr val="dk1"/>
                </a:solidFill>
                <a:effectLst/>
                <a:uFillTx/>
                <a:latin typeface="Arial" panose="020B0604020202020204" pitchFamily="34" charset="0"/>
                <a:ea typeface="SimSun"/>
                <a:cs typeface="Arial" panose="020B0604020202020204" pitchFamily="34" charset="0"/>
              </a:rPr>
              <a:t>FOTO</a:t>
            </a:r>
            <a:endParaRPr lang="es-VE" sz="4000" b="0" u="none" strike="noStrike" dirty="0">
              <a:solidFill>
                <a:srgbClr val="000000"/>
              </a:solidFill>
              <a:effectLst/>
              <a:uFillTx/>
              <a:latin typeface="Arial" panose="020B0604020202020204" pitchFamily="34" charset="0"/>
              <a:cs typeface="Arial" panose="020B0604020202020204" pitchFamily="34" charset="0"/>
            </a:endParaRPr>
          </a:p>
        </p:txBody>
      </p:sp>
      <p:sp>
        <p:nvSpPr>
          <p:cNvPr id="69" name="CuadroTexto 68">
            <a:extLst>
              <a:ext uri="{FF2B5EF4-FFF2-40B4-BE49-F238E27FC236}">
                <a16:creationId xmlns:a16="http://schemas.microsoft.com/office/drawing/2014/main" id="{DCFF2CCE-A2A0-E18F-DA23-38062D127BD4}"/>
              </a:ext>
            </a:extLst>
          </p:cNvPr>
          <p:cNvSpPr txBox="1"/>
          <p:nvPr/>
        </p:nvSpPr>
        <p:spPr>
          <a:xfrm>
            <a:off x="11700000" y="373680"/>
            <a:ext cx="307800" cy="367878"/>
          </a:xfrm>
          <a:prstGeom prst="rect">
            <a:avLst/>
          </a:prstGeom>
          <a:noFill/>
          <a:ln w="0">
            <a:noFill/>
          </a:ln>
        </p:spPr>
        <p:txBody>
          <a:bodyPr lIns="90000" tIns="45000" rIns="90000" bIns="45000" anchor="t">
            <a:spAutoFit/>
          </a:bodyPr>
          <a:lstStyle/>
          <a:p>
            <a:r>
              <a:rPr lang="es-MX" dirty="0">
                <a:solidFill>
                  <a:srgbClr val="000000"/>
                </a:solidFill>
                <a:latin typeface="Arial"/>
              </a:rPr>
              <a:t>2</a:t>
            </a:r>
            <a:endParaRPr lang="es-VE" sz="1800" b="0" u="none" strike="noStrike" dirty="0">
              <a:solidFill>
                <a:srgbClr val="000000"/>
              </a:solidFill>
              <a:effectLst/>
              <a:uFillTx/>
              <a:latin typeface="Arial"/>
            </a:endParaRPr>
          </a:p>
        </p:txBody>
      </p:sp>
      <p:pic>
        <p:nvPicPr>
          <p:cNvPr id="5" name="Imagen 4">
            <a:extLst>
              <a:ext uri="{FF2B5EF4-FFF2-40B4-BE49-F238E27FC236}">
                <a16:creationId xmlns:a16="http://schemas.microsoft.com/office/drawing/2014/main" id="{806009F2-71EB-CAB8-FF93-D1EF34971A79}"/>
              </a:ext>
            </a:extLst>
          </p:cNvPr>
          <p:cNvPicPr>
            <a:picLocks noChangeAspect="1"/>
          </p:cNvPicPr>
          <p:nvPr/>
        </p:nvPicPr>
        <p:blipFill>
          <a:blip r:embed="rId2"/>
          <a:srcRect l="3815" t="3464" r="2606" b="16828"/>
          <a:stretch>
            <a:fillRect/>
          </a:stretch>
        </p:blipFill>
        <p:spPr>
          <a:xfrm>
            <a:off x="10308080" y="31101"/>
            <a:ext cx="1220051" cy="941760"/>
          </a:xfrm>
          <a:prstGeom prst="rect">
            <a:avLst/>
          </a:prstGeom>
        </p:spPr>
      </p:pic>
      <p:sp>
        <p:nvSpPr>
          <p:cNvPr id="2" name="Rectángulo 10">
            <a:extLst>
              <a:ext uri="{FF2B5EF4-FFF2-40B4-BE49-F238E27FC236}">
                <a16:creationId xmlns:a16="http://schemas.microsoft.com/office/drawing/2014/main" id="{C3CB5B93-4C78-D3B9-1272-2FC73C557D1C}"/>
              </a:ext>
            </a:extLst>
          </p:cNvPr>
          <p:cNvSpPr/>
          <p:nvPr/>
        </p:nvSpPr>
        <p:spPr>
          <a:xfrm>
            <a:off x="7573926" y="5330124"/>
            <a:ext cx="4844902" cy="130659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914400">
              <a:spcAft>
                <a:spcPts val="601"/>
              </a:spcAft>
            </a:pPr>
            <a:r>
              <a:rPr lang="es-ES" sz="1600" b="1" u="none" strike="noStrike" dirty="0">
                <a:solidFill>
                  <a:srgbClr val="FF555A"/>
                </a:solidFill>
                <a:effectLst/>
                <a:uFillTx/>
                <a:latin typeface="Arial" panose="020B0604020202020204" pitchFamily="34" charset="0"/>
                <a:ea typeface="SimSun"/>
                <a:cs typeface="Arial" panose="020B0604020202020204" pitchFamily="34" charset="0"/>
              </a:rPr>
              <a:t>Integrantes:</a:t>
            </a:r>
          </a:p>
          <a:p>
            <a:pPr>
              <a:spcAft>
                <a:spcPts val="601"/>
              </a:spcAft>
            </a:pPr>
            <a:r>
              <a:rPr lang="es-ES" sz="1600" dirty="0" err="1">
                <a:latin typeface="Arial" panose="020B0604020202020204" pitchFamily="34" charset="0"/>
                <a:cs typeface="Arial" panose="020B0604020202020204" pitchFamily="34" charset="0"/>
              </a:rPr>
              <a:t>Diossmer</a:t>
            </a:r>
            <a:r>
              <a:rPr lang="es-ES" sz="1600" dirty="0">
                <a:latin typeface="Arial" panose="020B0604020202020204" pitchFamily="34" charset="0"/>
                <a:cs typeface="Arial" panose="020B0604020202020204" pitchFamily="34" charset="0"/>
              </a:rPr>
              <a:t> Eduardo Villamizar Márquez</a:t>
            </a:r>
            <a:endParaRPr lang="es-ES" sz="1600" b="1" dirty="0">
              <a:solidFill>
                <a:schemeClr val="dk1"/>
              </a:solidFill>
              <a:latin typeface="Arial" panose="020B0604020202020204" pitchFamily="34" charset="0"/>
              <a:ea typeface="SimSun"/>
              <a:cs typeface="Arial" panose="020B0604020202020204" pitchFamily="34" charset="0"/>
            </a:endParaRPr>
          </a:p>
          <a:p>
            <a:pPr>
              <a:spcAft>
                <a:spcPts val="601"/>
              </a:spcAft>
            </a:pPr>
            <a:r>
              <a:rPr lang="es-ES" sz="1600" dirty="0">
                <a:latin typeface="Arial" panose="020B0604020202020204" pitchFamily="34" charset="0"/>
                <a:cs typeface="Arial" panose="020B0604020202020204" pitchFamily="34" charset="0"/>
              </a:rPr>
              <a:t>Omar Jesús Rivas Velásquez</a:t>
            </a:r>
          </a:p>
          <a:p>
            <a:pPr>
              <a:spcAft>
                <a:spcPts val="601"/>
              </a:spcAft>
            </a:pPr>
            <a:r>
              <a:rPr lang="es-ES" sz="1600" dirty="0">
                <a:latin typeface="Arial" panose="020B0604020202020204" pitchFamily="34" charset="0"/>
                <a:cs typeface="Arial" panose="020B0604020202020204" pitchFamily="34" charset="0"/>
              </a:rPr>
              <a:t>Rosa Omely Palacios Arteaga</a:t>
            </a:r>
            <a:endParaRPr lang="es-VE" sz="1600" b="0" u="none" strike="noStrike" dirty="0">
              <a:solidFill>
                <a:srgbClr val="000000"/>
              </a:solidFill>
              <a:effectLst/>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1412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gradFill>
          <a:gsLst>
            <a:gs pos="0">
              <a:schemeClr val="accent3">
                <a:lumMod val="5000"/>
                <a:lumOff val="95000"/>
              </a:schemeClr>
            </a:gs>
            <a:gs pos="0">
              <a:schemeClr val="accent3">
                <a:lumMod val="45000"/>
                <a:lumOff val="55000"/>
              </a:schemeClr>
            </a:gs>
            <a:gs pos="22000">
              <a:srgbClr val="8C8C8C"/>
            </a:gs>
            <a:gs pos="100000">
              <a:schemeClr val="accent3">
                <a:lumMod val="30000"/>
                <a:lumOff val="70000"/>
              </a:schemeClr>
            </a:gs>
          </a:gsLst>
          <a:lin ang="5400000" scaled="1"/>
        </a:gradFill>
        <a:effectLst/>
      </p:bgPr>
    </p:bg>
    <p:spTree>
      <p:nvGrpSpPr>
        <p:cNvPr id="1" name="">
          <a:extLst>
            <a:ext uri="{FF2B5EF4-FFF2-40B4-BE49-F238E27FC236}">
              <a16:creationId xmlns:a16="http://schemas.microsoft.com/office/drawing/2014/main" id="{C9064645-4555-2B80-D7BA-6B657C676A5B}"/>
            </a:ext>
          </a:extLst>
        </p:cNvPr>
        <p:cNvGrpSpPr/>
        <p:nvPr/>
      </p:nvGrpSpPr>
      <p:grpSpPr>
        <a:xfrm>
          <a:off x="0" y="0"/>
          <a:ext cx="0" cy="0"/>
          <a:chOff x="0" y="0"/>
          <a:chExt cx="0" cy="0"/>
        </a:xfrm>
      </p:grpSpPr>
      <p:sp>
        <p:nvSpPr>
          <p:cNvPr id="68" name="Rectángulo 10">
            <a:extLst>
              <a:ext uri="{FF2B5EF4-FFF2-40B4-BE49-F238E27FC236}">
                <a16:creationId xmlns:a16="http://schemas.microsoft.com/office/drawing/2014/main" id="{60CC623C-6C77-6C56-D746-939DCC98FB33}"/>
              </a:ext>
            </a:extLst>
          </p:cNvPr>
          <p:cNvSpPr/>
          <p:nvPr/>
        </p:nvSpPr>
        <p:spPr>
          <a:xfrm>
            <a:off x="223520" y="1122130"/>
            <a:ext cx="11784280" cy="1629762"/>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a:r>
              <a:rPr lang="es-MX" sz="2000" dirty="0">
                <a:latin typeface="Arial" panose="020B0604020202020204" pitchFamily="34" charset="0"/>
                <a:cs typeface="Arial" panose="020B0604020202020204" pitchFamily="34" charset="0"/>
              </a:rPr>
              <a:t>Consiste en optimizar el proceso de asignación y reutilización de líneas telefónicas de Movilnet, mediante la implementación de una solución tecnológica automatizada que garantice la entrega de "Líneas Limpias". El sistema busca eliminar la herencia de datos personales de dueños anteriores en las plataformas de mensajería de WhatsApp y Telegram, transformando verificaciones manuales lentas en validaciones digitales rápidas y seguras. </a:t>
            </a:r>
          </a:p>
        </p:txBody>
      </p:sp>
      <p:sp>
        <p:nvSpPr>
          <p:cNvPr id="69" name="CuadroTexto 68">
            <a:extLst>
              <a:ext uri="{FF2B5EF4-FFF2-40B4-BE49-F238E27FC236}">
                <a16:creationId xmlns:a16="http://schemas.microsoft.com/office/drawing/2014/main" id="{0984AE82-59E7-103D-66A3-AFA166CBE18A}"/>
              </a:ext>
            </a:extLst>
          </p:cNvPr>
          <p:cNvSpPr txBox="1"/>
          <p:nvPr/>
        </p:nvSpPr>
        <p:spPr>
          <a:xfrm>
            <a:off x="11700000" y="373680"/>
            <a:ext cx="307800" cy="367878"/>
          </a:xfrm>
          <a:prstGeom prst="rect">
            <a:avLst/>
          </a:prstGeom>
          <a:noFill/>
          <a:ln w="0">
            <a:noFill/>
          </a:ln>
        </p:spPr>
        <p:txBody>
          <a:bodyPr lIns="90000" tIns="45000" rIns="90000" bIns="45000" anchor="t">
            <a:spAutoFit/>
          </a:bodyPr>
          <a:lstStyle/>
          <a:p>
            <a:r>
              <a:rPr lang="es-MX" sz="1800" b="0" u="none" strike="noStrike" dirty="0">
                <a:solidFill>
                  <a:srgbClr val="000000"/>
                </a:solidFill>
                <a:effectLst/>
                <a:uFillTx/>
                <a:latin typeface="Arial"/>
              </a:rPr>
              <a:t>3</a:t>
            </a:r>
            <a:endParaRPr lang="es-VE" sz="1800" b="0" u="none" strike="noStrike" dirty="0">
              <a:solidFill>
                <a:srgbClr val="000000"/>
              </a:solidFill>
              <a:effectLst/>
              <a:uFillTx/>
              <a:latin typeface="Arial"/>
            </a:endParaRPr>
          </a:p>
        </p:txBody>
      </p:sp>
      <p:pic>
        <p:nvPicPr>
          <p:cNvPr id="5" name="Imagen 4">
            <a:extLst>
              <a:ext uri="{FF2B5EF4-FFF2-40B4-BE49-F238E27FC236}">
                <a16:creationId xmlns:a16="http://schemas.microsoft.com/office/drawing/2014/main" id="{41E16357-49BC-9A37-E5C3-3E401B54D083}"/>
              </a:ext>
            </a:extLst>
          </p:cNvPr>
          <p:cNvPicPr>
            <a:picLocks noChangeAspect="1"/>
          </p:cNvPicPr>
          <p:nvPr/>
        </p:nvPicPr>
        <p:blipFill>
          <a:blip r:embed="rId2"/>
          <a:srcRect l="3815" t="3464" r="2606" b="16828"/>
          <a:stretch>
            <a:fillRect/>
          </a:stretch>
        </p:blipFill>
        <p:spPr>
          <a:xfrm>
            <a:off x="10308080" y="31101"/>
            <a:ext cx="1220051" cy="941760"/>
          </a:xfrm>
          <a:prstGeom prst="rect">
            <a:avLst/>
          </a:prstGeom>
        </p:spPr>
      </p:pic>
      <p:sp>
        <p:nvSpPr>
          <p:cNvPr id="3" name="Rectángulo 10">
            <a:extLst>
              <a:ext uri="{FF2B5EF4-FFF2-40B4-BE49-F238E27FC236}">
                <a16:creationId xmlns:a16="http://schemas.microsoft.com/office/drawing/2014/main" id="{0D0C4B6F-0EF2-06F1-3A38-A842E3C5B5F2}"/>
              </a:ext>
            </a:extLst>
          </p:cNvPr>
          <p:cNvSpPr/>
          <p:nvPr/>
        </p:nvSpPr>
        <p:spPr>
          <a:xfrm>
            <a:off x="1" y="520952"/>
            <a:ext cx="12192000" cy="46021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r>
              <a:rPr lang="es-MX" sz="2400" b="1" dirty="0">
                <a:solidFill>
                  <a:srgbClr val="FF555A"/>
                </a:solidFill>
                <a:latin typeface="Arial" panose="020B0604020202020204" pitchFamily="34" charset="0"/>
                <a:cs typeface="Arial" panose="020B0604020202020204" pitchFamily="34" charset="0"/>
              </a:rPr>
              <a:t>Misión</a:t>
            </a:r>
          </a:p>
        </p:txBody>
      </p:sp>
      <p:sp>
        <p:nvSpPr>
          <p:cNvPr id="6" name="CuadroTexto 5">
            <a:extLst>
              <a:ext uri="{FF2B5EF4-FFF2-40B4-BE49-F238E27FC236}">
                <a16:creationId xmlns:a16="http://schemas.microsoft.com/office/drawing/2014/main" id="{D324C11D-4B10-3A07-4FBA-B1533264500B}"/>
              </a:ext>
            </a:extLst>
          </p:cNvPr>
          <p:cNvSpPr txBox="1"/>
          <p:nvPr/>
        </p:nvSpPr>
        <p:spPr>
          <a:xfrm>
            <a:off x="184200" y="3183431"/>
            <a:ext cx="11784280" cy="1077218"/>
          </a:xfrm>
          <a:prstGeom prst="rect">
            <a:avLst/>
          </a:prstGeom>
          <a:noFill/>
        </p:spPr>
        <p:txBody>
          <a:bodyPr wrap="square">
            <a:spAutoFit/>
          </a:bodyPr>
          <a:lstStyle/>
          <a:p>
            <a:pPr algn="ctr">
              <a:buNone/>
            </a:pPr>
            <a:r>
              <a:rPr lang="es-MX" sz="2400" b="1" dirty="0">
                <a:solidFill>
                  <a:srgbClr val="FF555A"/>
                </a:solidFill>
                <a:latin typeface="Arial" panose="020B0604020202020204" pitchFamily="34" charset="0"/>
                <a:cs typeface="Arial" panose="020B0604020202020204" pitchFamily="34" charset="0"/>
              </a:rPr>
              <a:t>Visión</a:t>
            </a:r>
          </a:p>
          <a:p>
            <a:pPr algn="just">
              <a:buNone/>
            </a:pPr>
            <a:r>
              <a:rPr lang="es-MX" sz="2000" dirty="0">
                <a:latin typeface="Arial" panose="020B0604020202020204" pitchFamily="34" charset="0"/>
                <a:cs typeface="Arial" panose="020B0604020202020204" pitchFamily="34" charset="0"/>
              </a:rPr>
              <a:t>Tratamos de transformar a Movilnet en un líder de innovación en el sector de las telecomunicaciones, donde la seguridad del usuario y la eficiencia operativa sean las prioridades fundamentales.</a:t>
            </a:r>
          </a:p>
        </p:txBody>
      </p:sp>
    </p:spTree>
    <p:extLst>
      <p:ext uri="{BB962C8B-B14F-4D97-AF65-F5344CB8AC3E}">
        <p14:creationId xmlns:p14="http://schemas.microsoft.com/office/powerpoint/2010/main" val="746963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gradFill flip="none" rotWithShape="1">
          <a:gsLst>
            <a:gs pos="0">
              <a:schemeClr val="accent3">
                <a:lumMod val="5000"/>
                <a:lumOff val="95000"/>
              </a:schemeClr>
            </a:gs>
            <a:gs pos="0">
              <a:schemeClr val="accent3">
                <a:lumMod val="45000"/>
                <a:lumOff val="55000"/>
              </a:schemeClr>
            </a:gs>
            <a:gs pos="22000">
              <a:srgbClr val="8C8C8C"/>
            </a:gs>
            <a:gs pos="100000">
              <a:schemeClr val="accent3">
                <a:lumMod val="30000"/>
                <a:lumOff val="70000"/>
              </a:schemeClr>
            </a:gs>
          </a:gsLst>
          <a:lin ang="5400000" scaled="1"/>
          <a:tileRect/>
        </a:gradFill>
        <a:effectLst/>
      </p:bgPr>
    </p:bg>
    <p:spTree>
      <p:nvGrpSpPr>
        <p:cNvPr id="1" name="">
          <a:extLst>
            <a:ext uri="{FF2B5EF4-FFF2-40B4-BE49-F238E27FC236}">
              <a16:creationId xmlns:a16="http://schemas.microsoft.com/office/drawing/2014/main" id="{37FC8D3E-8A57-1FBA-2A94-5E8F09BB811D}"/>
            </a:ext>
          </a:extLst>
        </p:cNvPr>
        <p:cNvGrpSpPr/>
        <p:nvPr/>
      </p:nvGrpSpPr>
      <p:grpSpPr>
        <a:xfrm>
          <a:off x="0" y="0"/>
          <a:ext cx="0" cy="0"/>
          <a:chOff x="0" y="0"/>
          <a:chExt cx="0" cy="0"/>
        </a:xfrm>
      </p:grpSpPr>
      <p:sp>
        <p:nvSpPr>
          <p:cNvPr id="68" name="Rectángulo 10">
            <a:extLst>
              <a:ext uri="{FF2B5EF4-FFF2-40B4-BE49-F238E27FC236}">
                <a16:creationId xmlns:a16="http://schemas.microsoft.com/office/drawing/2014/main" id="{65657D49-D714-C720-E31F-63860D7C2A8E}"/>
              </a:ext>
            </a:extLst>
          </p:cNvPr>
          <p:cNvSpPr/>
          <p:nvPr/>
        </p:nvSpPr>
        <p:spPr>
          <a:xfrm>
            <a:off x="223520" y="1122130"/>
            <a:ext cx="11784280" cy="544619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just"/>
            <a:r>
              <a:rPr lang="es-MX" sz="2000" dirty="0">
                <a:latin typeface="Arial" panose="020B0604020202020204" pitchFamily="34" charset="0"/>
                <a:cs typeface="Arial" panose="020B0604020202020204" pitchFamily="34" charset="0"/>
              </a:rPr>
              <a:t>ofrece diversos beneficios estratégicos y operativos para Movilnet, enfocados principalmente en la eficiencia y la protección del usuario:</a:t>
            </a:r>
          </a:p>
          <a:p>
            <a:pPr marL="342900" indent="-342900" algn="just">
              <a:buFont typeface="Wingdings" panose="05000000000000000000" pitchFamily="2" charset="2"/>
              <a:buChar char="ü"/>
            </a:pPr>
            <a:r>
              <a:rPr lang="es-MX" sz="2000" b="1" dirty="0">
                <a:latin typeface="Arial" panose="020B0604020202020204" pitchFamily="34" charset="0"/>
                <a:cs typeface="Arial" panose="020B0604020202020204" pitchFamily="34" charset="0"/>
              </a:rPr>
              <a:t>Eficiencia Operativa Extrema:</a:t>
            </a:r>
            <a:r>
              <a:rPr lang="es-MX" sz="2000" dirty="0">
                <a:latin typeface="Arial" panose="020B0604020202020204" pitchFamily="34" charset="0"/>
                <a:cs typeface="Arial" panose="020B0604020202020204" pitchFamily="34" charset="0"/>
              </a:rPr>
              <a:t> El sistema logra transformar un proceso de verificación manual que anteriormente tomaba aproximadamente 20 minutos en una validación digital automática de apenas 2 segundos.</a:t>
            </a:r>
          </a:p>
          <a:p>
            <a:pPr marL="342900" indent="-342900" algn="just">
              <a:buFont typeface="Wingdings" panose="05000000000000000000" pitchFamily="2" charset="2"/>
              <a:buChar char="ü"/>
            </a:pPr>
            <a:r>
              <a:rPr lang="es-MX" sz="2000" b="1" dirty="0">
                <a:latin typeface="Arial" panose="020B0604020202020204" pitchFamily="34" charset="0"/>
                <a:cs typeface="Arial" panose="020B0604020202020204" pitchFamily="34" charset="0"/>
              </a:rPr>
              <a:t>Garantía de "Líneas Limpias":</a:t>
            </a:r>
            <a:r>
              <a:rPr lang="es-MX" sz="2000" dirty="0">
                <a:latin typeface="Arial" panose="020B0604020202020204" pitchFamily="34" charset="0"/>
                <a:cs typeface="Arial" panose="020B0604020202020204" pitchFamily="34" charset="0"/>
              </a:rPr>
              <a:t> Permite verificar en tiempo real si los números telefónicos destinados al reciclaje poseen vínculos activos en plataformas como WhatsApp o Telegram.</a:t>
            </a:r>
          </a:p>
          <a:p>
            <a:pPr marL="342900" indent="-342900" algn="just">
              <a:buFont typeface="Wingdings" panose="05000000000000000000" pitchFamily="2" charset="2"/>
              <a:buChar char="ü"/>
            </a:pPr>
            <a:r>
              <a:rPr lang="es-MX" sz="2000" b="1" dirty="0">
                <a:latin typeface="Arial" panose="020B0604020202020204" pitchFamily="34" charset="0"/>
                <a:cs typeface="Arial" panose="020B0604020202020204" pitchFamily="34" charset="0"/>
              </a:rPr>
              <a:t>Mitigación de "Basura Digital":</a:t>
            </a:r>
            <a:r>
              <a:rPr lang="es-MX" sz="2000" dirty="0">
                <a:latin typeface="Arial" panose="020B0604020202020204" pitchFamily="34" charset="0"/>
                <a:cs typeface="Arial" panose="020B0604020202020204" pitchFamily="34" charset="0"/>
              </a:rPr>
              <a:t> Interrumpe la herencia de datos personales de propietarios anteriores, lo que protege directamente la privacidad del nuevo suscriptor.</a:t>
            </a:r>
          </a:p>
          <a:p>
            <a:pPr marL="342900" indent="-342900" algn="just">
              <a:buFont typeface="Wingdings" panose="05000000000000000000" pitchFamily="2" charset="2"/>
              <a:buChar char="ü"/>
            </a:pPr>
            <a:r>
              <a:rPr lang="es-MX" sz="2000" b="1" dirty="0">
                <a:latin typeface="Arial" panose="020B0604020202020204" pitchFamily="34" charset="0"/>
                <a:cs typeface="Arial" panose="020B0604020202020204" pitchFamily="34" charset="0"/>
              </a:rPr>
              <a:t>Soberanía Tecnológica:</a:t>
            </a:r>
            <a:r>
              <a:rPr lang="es-MX" sz="2000" dirty="0">
                <a:latin typeface="Arial" panose="020B0604020202020204" pitchFamily="34" charset="0"/>
                <a:cs typeface="Arial" panose="020B0604020202020204" pitchFamily="34" charset="0"/>
              </a:rPr>
              <a:t> El proyecto fomenta la independencia técnica al utilizar herramientas de código abierto y arquitecturas escalables desarrolladas por talento nacional.</a:t>
            </a:r>
          </a:p>
          <a:p>
            <a:pPr marL="342900" indent="-342900" algn="just">
              <a:buFont typeface="Wingdings" panose="05000000000000000000" pitchFamily="2" charset="2"/>
              <a:buChar char="ü"/>
            </a:pPr>
            <a:r>
              <a:rPr lang="es-MX" sz="2000" b="1" dirty="0">
                <a:latin typeface="Arial" panose="020B0604020202020204" pitchFamily="34" charset="0"/>
                <a:cs typeface="Arial" panose="020B0604020202020204" pitchFamily="34" charset="0"/>
              </a:rPr>
              <a:t>Vanguardia Tecnológica:</a:t>
            </a:r>
            <a:r>
              <a:rPr lang="es-MX" sz="2000" dirty="0">
                <a:latin typeface="Arial" panose="020B0604020202020204" pitchFamily="34" charset="0"/>
                <a:cs typeface="Arial" panose="020B0604020202020204" pitchFamily="34" charset="0"/>
              </a:rPr>
              <a:t> Posiciona a la operadora como un referente en seguridad digital e innovación dentro del sector de las telecomunicaciones en Venezuela.</a:t>
            </a:r>
          </a:p>
          <a:p>
            <a:pPr marL="342900" indent="-342900" algn="just">
              <a:buFont typeface="Wingdings" panose="05000000000000000000" pitchFamily="2" charset="2"/>
              <a:buChar char="ü"/>
            </a:pPr>
            <a:r>
              <a:rPr lang="es-MX" sz="2000" b="1" dirty="0">
                <a:latin typeface="Arial" panose="020B0604020202020204" pitchFamily="34" charset="0"/>
                <a:cs typeface="Arial" panose="020B0604020202020204" pitchFamily="34" charset="0"/>
              </a:rPr>
              <a:t>Mejora en la Experiencia del Cliente:</a:t>
            </a:r>
            <a:r>
              <a:rPr lang="es-MX" sz="2000" dirty="0">
                <a:latin typeface="Arial" panose="020B0604020202020204" pitchFamily="34" charset="0"/>
                <a:cs typeface="Arial" panose="020B0604020202020204" pitchFamily="34" charset="0"/>
              </a:rPr>
              <a:t> Eleva los estándares de atención al cliente al asegurar que cada nuevo abonado inicie su experiencia digital desde cero, sin conflictos de cuentas previas.</a:t>
            </a:r>
          </a:p>
          <a:p>
            <a:pPr algn="just"/>
            <a:endParaRPr lang="es-MX" sz="2400" dirty="0">
              <a:latin typeface="Arial" panose="020B0604020202020204" pitchFamily="34" charset="0"/>
              <a:cs typeface="Arial" panose="020B0604020202020204" pitchFamily="34" charset="0"/>
            </a:endParaRPr>
          </a:p>
          <a:p>
            <a:pPr algn="just"/>
            <a:endParaRPr lang="es-MX" sz="2400" dirty="0">
              <a:latin typeface="Arial" panose="020B0604020202020204" pitchFamily="34" charset="0"/>
              <a:cs typeface="Arial" panose="020B0604020202020204" pitchFamily="34" charset="0"/>
            </a:endParaRPr>
          </a:p>
        </p:txBody>
      </p:sp>
      <p:sp>
        <p:nvSpPr>
          <p:cNvPr id="69" name="CuadroTexto 68">
            <a:extLst>
              <a:ext uri="{FF2B5EF4-FFF2-40B4-BE49-F238E27FC236}">
                <a16:creationId xmlns:a16="http://schemas.microsoft.com/office/drawing/2014/main" id="{709D7A4D-690B-F676-9A0F-658DAB0BD5ED}"/>
              </a:ext>
            </a:extLst>
          </p:cNvPr>
          <p:cNvSpPr txBox="1"/>
          <p:nvPr/>
        </p:nvSpPr>
        <p:spPr>
          <a:xfrm>
            <a:off x="11700000" y="373680"/>
            <a:ext cx="307800" cy="367878"/>
          </a:xfrm>
          <a:prstGeom prst="rect">
            <a:avLst/>
          </a:prstGeom>
          <a:noFill/>
          <a:ln w="0">
            <a:noFill/>
          </a:ln>
        </p:spPr>
        <p:txBody>
          <a:bodyPr lIns="90000" tIns="45000" rIns="90000" bIns="45000" anchor="t">
            <a:spAutoFit/>
          </a:bodyPr>
          <a:lstStyle/>
          <a:p>
            <a:r>
              <a:rPr lang="es-MX" dirty="0">
                <a:solidFill>
                  <a:srgbClr val="000000"/>
                </a:solidFill>
                <a:latin typeface="Arial"/>
              </a:rPr>
              <a:t>4</a:t>
            </a:r>
            <a:endParaRPr lang="es-VE" sz="1800" b="0" u="none" strike="noStrike" dirty="0">
              <a:solidFill>
                <a:srgbClr val="000000"/>
              </a:solidFill>
              <a:effectLst/>
              <a:uFillTx/>
              <a:latin typeface="Arial"/>
            </a:endParaRPr>
          </a:p>
        </p:txBody>
      </p:sp>
      <p:pic>
        <p:nvPicPr>
          <p:cNvPr id="5" name="Imagen 4">
            <a:extLst>
              <a:ext uri="{FF2B5EF4-FFF2-40B4-BE49-F238E27FC236}">
                <a16:creationId xmlns:a16="http://schemas.microsoft.com/office/drawing/2014/main" id="{30D3DED2-B1F4-7675-674F-A32FD5813561}"/>
              </a:ext>
            </a:extLst>
          </p:cNvPr>
          <p:cNvPicPr>
            <a:picLocks noChangeAspect="1"/>
          </p:cNvPicPr>
          <p:nvPr/>
        </p:nvPicPr>
        <p:blipFill>
          <a:blip r:embed="rId2"/>
          <a:srcRect l="3815" t="3464" r="2606" b="16828"/>
          <a:stretch>
            <a:fillRect/>
          </a:stretch>
        </p:blipFill>
        <p:spPr>
          <a:xfrm>
            <a:off x="10308080" y="31101"/>
            <a:ext cx="1220051" cy="941760"/>
          </a:xfrm>
          <a:prstGeom prst="rect">
            <a:avLst/>
          </a:prstGeom>
        </p:spPr>
      </p:pic>
      <p:sp>
        <p:nvSpPr>
          <p:cNvPr id="3" name="Rectángulo 10">
            <a:extLst>
              <a:ext uri="{FF2B5EF4-FFF2-40B4-BE49-F238E27FC236}">
                <a16:creationId xmlns:a16="http://schemas.microsoft.com/office/drawing/2014/main" id="{7FFBC2D9-3747-0C51-5C8C-D7D44767F89C}"/>
              </a:ext>
            </a:extLst>
          </p:cNvPr>
          <p:cNvSpPr/>
          <p:nvPr/>
        </p:nvSpPr>
        <p:spPr>
          <a:xfrm>
            <a:off x="1" y="531112"/>
            <a:ext cx="12192000" cy="460211"/>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a:r>
              <a:rPr lang="es-MX" sz="2400" b="1" dirty="0">
                <a:solidFill>
                  <a:srgbClr val="FF555A"/>
                </a:solidFill>
                <a:latin typeface="Arial" panose="020B0604020202020204" pitchFamily="34" charset="0"/>
                <a:cs typeface="Arial" panose="020B0604020202020204" pitchFamily="34" charset="0"/>
              </a:rPr>
              <a:t>Beneficios al implementar </a:t>
            </a:r>
            <a:r>
              <a:rPr lang="es-MX" sz="2400" b="1" dirty="0" err="1">
                <a:solidFill>
                  <a:srgbClr val="FF555A"/>
                </a:solidFill>
                <a:latin typeface="Arial" panose="020B0604020202020204" pitchFamily="34" charset="0"/>
                <a:cs typeface="Arial" panose="020B0604020202020204" pitchFamily="34" charset="0"/>
              </a:rPr>
              <a:t>S.A.V.A.M</a:t>
            </a:r>
            <a:r>
              <a:rPr lang="es-MX" sz="2400" b="1" dirty="0">
                <a:solidFill>
                  <a:srgbClr val="FF555A"/>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793127135"/>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2268</TotalTime>
  <Words>332</Words>
  <Application>Microsoft Office PowerPoint</Application>
  <PresentationFormat>Panorámica</PresentationFormat>
  <Paragraphs>21</Paragraphs>
  <Slides>4</Slides>
  <Notes>0</Notes>
  <HiddenSlides>4</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vt:i4>
      </vt:variant>
    </vt:vector>
  </HeadingPairs>
  <TitlesOfParts>
    <vt:vector size="11" baseType="lpstr">
      <vt:lpstr>Arial</vt:lpstr>
      <vt:lpstr>Calibri</vt:lpstr>
      <vt:lpstr>Calibri Light</vt:lpstr>
      <vt:lpstr>Symbol</vt:lpstr>
      <vt:lpstr>Times New Roman</vt:lpstr>
      <vt:lpstr>Wingdings</vt:lpstr>
      <vt:lpstr>Tema de Office</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Cuenta Microsoft</dc:creator>
  <dc:description/>
  <cp:lastModifiedBy>omely palacios</cp:lastModifiedBy>
  <cp:revision>214</cp:revision>
  <dcterms:created xsi:type="dcterms:W3CDTF">2026-02-01T15:23:01Z</dcterms:created>
  <dcterms:modified xsi:type="dcterms:W3CDTF">2026-05-16T16:23:04Z</dcterms:modified>
  <dc:language>es-VE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Panorámica</vt:lpwstr>
  </property>
  <property fmtid="{D5CDD505-2E9C-101B-9397-08002B2CF9AE}" pid="3" name="Slides">
    <vt:i4>12</vt:i4>
  </property>
</Properties>
</file>